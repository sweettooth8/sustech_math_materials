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9"/>
  </p:notesMasterIdLst>
  <p:sldIdLst>
    <p:sldId id="286" r:id="rId4"/>
    <p:sldId id="287" r:id="rId5"/>
    <p:sldId id="288" r:id="rId6"/>
    <p:sldId id="289" r:id="rId7"/>
    <p:sldId id="290" r:id="rId8"/>
    <p:sldId id="291"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0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0" autoAdjust="0"/>
    <p:restoredTop sz="94660"/>
  </p:normalViewPr>
  <p:slideViewPr>
    <p:cSldViewPr snapToGrid="0">
      <p:cViewPr varScale="1">
        <p:scale>
          <a:sx n="100" d="100"/>
          <a:sy n="100" d="100"/>
        </p:scale>
        <p:origin x="97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tags" Target="tags/tag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0CB40-7793-41F0-82BD-FCF24EEF427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89F00-E60B-485C-BC63-6A31F703C1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E89F00-E60B-485C-BC63-6A31F703C18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pic>
        <p:nvPicPr>
          <p:cNvPr id="81" name="图片 80" descr="0"/>
          <p:cNvPicPr>
            <a:picLocks noChangeAspect="1"/>
          </p:cNvPicPr>
          <p:nvPr userDrawn="1"/>
        </p:nvPicPr>
        <p:blipFill>
          <a:blip r:embed="rId2"/>
          <a:stretch>
            <a:fillRect/>
          </a:stretch>
        </p:blipFill>
        <p:spPr>
          <a:xfrm>
            <a:off x="9324975" y="130810"/>
            <a:ext cx="2574925" cy="7239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endParaRPr lang="zh-CN" altLang="en-US" dirty="0"/>
          </a:p>
        </p:txBody>
      </p:sp>
      <p:pic>
        <p:nvPicPr>
          <p:cNvPr id="84" name="图片 83" descr="0"/>
          <p:cNvPicPr>
            <a:picLocks noChangeAspect="1"/>
          </p:cNvPicPr>
          <p:nvPr userDrawn="1"/>
        </p:nvPicPr>
        <p:blipFill>
          <a:blip r:embed="rId2"/>
          <a:stretch>
            <a:fillRect/>
          </a:stretch>
        </p:blipFill>
        <p:spPr>
          <a:xfrm>
            <a:off x="9324975" y="130810"/>
            <a:ext cx="2574925" cy="7239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pic>
        <p:nvPicPr>
          <p:cNvPr id="83" name="图片 82" descr="0"/>
          <p:cNvPicPr>
            <a:picLocks noChangeAspect="1"/>
          </p:cNvPicPr>
          <p:nvPr userDrawn="1"/>
        </p:nvPicPr>
        <p:blipFill>
          <a:blip r:embed="rId2"/>
          <a:stretch>
            <a:fillRect/>
          </a:stretch>
        </p:blipFill>
        <p:spPr>
          <a:xfrm>
            <a:off x="9324975" y="130810"/>
            <a:ext cx="2574925" cy="7239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endParaRPr lang="zh-CN" altLang="en-US" dirty="0"/>
          </a:p>
        </p:txBody>
      </p:sp>
      <p:pic>
        <p:nvPicPr>
          <p:cNvPr id="84" name="图片 83" descr="0"/>
          <p:cNvPicPr>
            <a:picLocks noChangeAspect="1"/>
          </p:cNvPicPr>
          <p:nvPr userDrawn="1"/>
        </p:nvPicPr>
        <p:blipFill>
          <a:blip r:embed="rId2"/>
          <a:stretch>
            <a:fillRect/>
          </a:stretch>
        </p:blipFill>
        <p:spPr>
          <a:xfrm>
            <a:off x="9324975" y="130810"/>
            <a:ext cx="2574925" cy="7239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92CD966-4A08-4DBF-BB5B-682841691D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12750" y="2545715"/>
            <a:ext cx="11118215" cy="706755"/>
          </a:xfrm>
          <a:prstGeom prst="rect">
            <a:avLst/>
          </a:prstGeom>
          <a:noFill/>
        </p:spPr>
        <p:txBody>
          <a:bodyPr wrap="square" rtlCol="0">
            <a:spAutoFit/>
          </a:bodyPr>
          <a:lstStyle/>
          <a:p>
            <a:pPr algn="ctr"/>
            <a:r>
              <a:rPr lang="zh-CN" sz="4000" b="1" spc="300" dirty="0">
                <a:solidFill>
                  <a:schemeClr val="accent1"/>
                </a:solidFill>
                <a:latin typeface="+mj-ea"/>
                <a:ea typeface="+mj-ea"/>
              </a:rPr>
              <a:t>论文题目</a:t>
            </a:r>
            <a:endParaRPr lang="zh-CN" sz="4000" b="1" spc="300" dirty="0">
              <a:solidFill>
                <a:schemeClr val="accent1"/>
              </a:solidFill>
              <a:latin typeface="+mj-ea"/>
              <a:ea typeface="+mj-ea"/>
            </a:endParaRP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4" name="文本框 83"/>
          <p:cNvSpPr txBox="1"/>
          <p:nvPr/>
        </p:nvSpPr>
        <p:spPr>
          <a:xfrm>
            <a:off x="4480814" y="1841347"/>
            <a:ext cx="3230372" cy="337185"/>
          </a:xfrm>
          <a:prstGeom prst="rect">
            <a:avLst/>
          </a:prstGeom>
          <a:noFill/>
        </p:spPr>
        <p:txBody>
          <a:bodyPr wrap="square">
            <a:spAutoFit/>
          </a:bodyPr>
          <a:lstStyle/>
          <a:p>
            <a:pPr algn="ctr"/>
            <a:r>
              <a:rPr lang="en-US" altLang="zh-CN" sz="1600" spc="300" dirty="0">
                <a:solidFill>
                  <a:schemeClr val="tx1">
                    <a:lumMod val="75000"/>
                    <a:lumOff val="25000"/>
                  </a:schemeClr>
                </a:solidFill>
              </a:rPr>
              <a:t>2026</a:t>
            </a:r>
            <a:r>
              <a:rPr lang="zh-CN" altLang="en-US" sz="1600" spc="300" dirty="0">
                <a:solidFill>
                  <a:schemeClr val="tx1">
                    <a:lumMod val="75000"/>
                    <a:lumOff val="25000"/>
                  </a:schemeClr>
                </a:solidFill>
              </a:rPr>
              <a:t>级硕士研究生开题答辩</a:t>
            </a:r>
            <a:endParaRPr lang="zh-CN" altLang="en-US" sz="1600" spc="300" dirty="0">
              <a:solidFill>
                <a:schemeClr val="tx1">
                  <a:lumMod val="75000"/>
                  <a:lumOff val="25000"/>
                </a:schemeClr>
              </a:solidFill>
            </a:endParaRPr>
          </a:p>
        </p:txBody>
      </p:sp>
      <p:sp>
        <p:nvSpPr>
          <p:cNvPr id="86" name="student-woman_56914"/>
          <p:cNvSpPr/>
          <p:nvPr/>
        </p:nvSpPr>
        <p:spPr>
          <a:xfrm>
            <a:off x="1207742" y="5998170"/>
            <a:ext cx="288655" cy="167084"/>
          </a:xfrm>
          <a:custGeom>
            <a:avLst/>
            <a:gdLst>
              <a:gd name="connsiteX0" fmla="*/ 122643 w 608203"/>
              <a:gd name="connsiteY0" fmla="*/ 180930 h 352051"/>
              <a:gd name="connsiteX1" fmla="*/ 304144 w 608203"/>
              <a:gd name="connsiteY1" fmla="*/ 236743 h 352051"/>
              <a:gd name="connsiteX2" fmla="*/ 485587 w 608203"/>
              <a:gd name="connsiteY2" fmla="*/ 180930 h 352051"/>
              <a:gd name="connsiteX3" fmla="*/ 485587 w 608203"/>
              <a:gd name="connsiteY3" fmla="*/ 273108 h 352051"/>
              <a:gd name="connsiteX4" fmla="*/ 485702 w 608203"/>
              <a:gd name="connsiteY4" fmla="*/ 274086 h 352051"/>
              <a:gd name="connsiteX5" fmla="*/ 304201 w 608203"/>
              <a:gd name="connsiteY5" fmla="*/ 352051 h 352051"/>
              <a:gd name="connsiteX6" fmla="*/ 122643 w 608203"/>
              <a:gd name="connsiteY6" fmla="*/ 274086 h 352051"/>
              <a:gd name="connsiteX7" fmla="*/ 122643 w 608203"/>
              <a:gd name="connsiteY7" fmla="*/ 235822 h 352051"/>
              <a:gd name="connsiteX8" fmla="*/ 304130 w 608203"/>
              <a:gd name="connsiteY8" fmla="*/ 0 h 352051"/>
              <a:gd name="connsiteX9" fmla="*/ 608203 w 608203"/>
              <a:gd name="connsiteY9" fmla="*/ 116841 h 352051"/>
              <a:gd name="connsiteX10" fmla="*/ 485548 w 608203"/>
              <a:gd name="connsiteY10" fmla="*/ 160621 h 352051"/>
              <a:gd name="connsiteX11" fmla="*/ 304130 w 608203"/>
              <a:gd name="connsiteY11" fmla="*/ 216424 h 352051"/>
              <a:gd name="connsiteX12" fmla="*/ 122655 w 608203"/>
              <a:gd name="connsiteY12" fmla="*/ 160621 h 352051"/>
              <a:gd name="connsiteX13" fmla="*/ 107906 w 608203"/>
              <a:gd name="connsiteY13" fmla="*/ 155386 h 352051"/>
              <a:gd name="connsiteX14" fmla="*/ 139823 w 608203"/>
              <a:gd name="connsiteY14" fmla="*/ 144973 h 352051"/>
              <a:gd name="connsiteX15" fmla="*/ 142876 w 608203"/>
              <a:gd name="connsiteY15" fmla="*/ 137552 h 352051"/>
              <a:gd name="connsiteX16" fmla="*/ 100013 w 608203"/>
              <a:gd name="connsiteY16" fmla="*/ 147216 h 352051"/>
              <a:gd name="connsiteX17" fmla="*/ 100013 w 608203"/>
              <a:gd name="connsiteY17" fmla="*/ 157917 h 352051"/>
              <a:gd name="connsiteX18" fmla="*/ 92351 w 608203"/>
              <a:gd name="connsiteY18" fmla="*/ 286781 h 352051"/>
              <a:gd name="connsiteX19" fmla="*/ 34740 w 608203"/>
              <a:gd name="connsiteY19" fmla="*/ 286781 h 352051"/>
              <a:gd name="connsiteX20" fmla="*/ 74146 w 608203"/>
              <a:gd name="connsiteY20" fmla="*/ 143304 h 352051"/>
              <a:gd name="connsiteX21" fmla="*/ 77142 w 608203"/>
              <a:gd name="connsiteY21" fmla="*/ 134503 h 352051"/>
              <a:gd name="connsiteX22" fmla="*/ 97536 w 608203"/>
              <a:gd name="connsiteY22" fmla="*/ 129670 h 352051"/>
              <a:gd name="connsiteX23" fmla="*/ 94137 w 608203"/>
              <a:gd name="connsiteY23" fmla="*/ 126161 h 352051"/>
              <a:gd name="connsiteX24" fmla="*/ 70343 w 608203"/>
              <a:gd name="connsiteY24" fmla="*/ 128174 h 352051"/>
              <a:gd name="connsiteX25" fmla="*/ 64813 w 608203"/>
              <a:gd name="connsiteY25" fmla="*/ 139968 h 352051"/>
              <a:gd name="connsiteX26" fmla="*/ 0 w 608203"/>
              <a:gd name="connsiteY26" fmla="*/ 116841 h 3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8203" h="352051">
                <a:moveTo>
                  <a:pt x="122643" y="180930"/>
                </a:moveTo>
                <a:lnTo>
                  <a:pt x="304144" y="236743"/>
                </a:lnTo>
                <a:lnTo>
                  <a:pt x="485587" y="180930"/>
                </a:lnTo>
                <a:lnTo>
                  <a:pt x="485587" y="273108"/>
                </a:lnTo>
                <a:cubicBezTo>
                  <a:pt x="485587" y="273395"/>
                  <a:pt x="485702" y="273740"/>
                  <a:pt x="485702" y="274086"/>
                </a:cubicBezTo>
                <a:cubicBezTo>
                  <a:pt x="485702" y="317182"/>
                  <a:pt x="404401" y="352051"/>
                  <a:pt x="304201" y="352051"/>
                </a:cubicBezTo>
                <a:cubicBezTo>
                  <a:pt x="203944" y="352051"/>
                  <a:pt x="122643" y="317182"/>
                  <a:pt x="122643" y="274086"/>
                </a:cubicBezTo>
                <a:lnTo>
                  <a:pt x="122643" y="235822"/>
                </a:lnTo>
                <a:close/>
                <a:moveTo>
                  <a:pt x="304130" y="0"/>
                </a:moveTo>
                <a:lnTo>
                  <a:pt x="608203" y="116841"/>
                </a:lnTo>
                <a:lnTo>
                  <a:pt x="485548" y="160621"/>
                </a:lnTo>
                <a:lnTo>
                  <a:pt x="304130" y="216424"/>
                </a:lnTo>
                <a:lnTo>
                  <a:pt x="122655" y="160621"/>
                </a:lnTo>
                <a:lnTo>
                  <a:pt x="107906" y="155386"/>
                </a:lnTo>
                <a:lnTo>
                  <a:pt x="139823" y="144973"/>
                </a:lnTo>
                <a:lnTo>
                  <a:pt x="142876" y="137552"/>
                </a:lnTo>
                <a:lnTo>
                  <a:pt x="100013" y="147216"/>
                </a:lnTo>
                <a:lnTo>
                  <a:pt x="100013" y="157917"/>
                </a:lnTo>
                <a:lnTo>
                  <a:pt x="92351" y="286781"/>
                </a:lnTo>
                <a:cubicBezTo>
                  <a:pt x="63545" y="303925"/>
                  <a:pt x="34740" y="286781"/>
                  <a:pt x="34740" y="286781"/>
                </a:cubicBezTo>
                <a:cubicBezTo>
                  <a:pt x="27999" y="239665"/>
                  <a:pt x="74146" y="143304"/>
                  <a:pt x="74146" y="143304"/>
                </a:cubicBezTo>
                <a:lnTo>
                  <a:pt x="77142" y="134503"/>
                </a:lnTo>
                <a:lnTo>
                  <a:pt x="97536" y="129670"/>
                </a:lnTo>
                <a:lnTo>
                  <a:pt x="94137" y="126161"/>
                </a:lnTo>
                <a:lnTo>
                  <a:pt x="70343" y="128174"/>
                </a:lnTo>
                <a:lnTo>
                  <a:pt x="64813" y="139968"/>
                </a:lnTo>
                <a:lnTo>
                  <a:pt x="0" y="11684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87" name="文本框 86"/>
          <p:cNvSpPr txBox="1"/>
          <p:nvPr/>
        </p:nvSpPr>
        <p:spPr>
          <a:xfrm>
            <a:off x="1559875" y="5897046"/>
            <a:ext cx="1440180" cy="368300"/>
          </a:xfrm>
          <a:prstGeom prst="rect">
            <a:avLst/>
          </a:prstGeom>
          <a:noFill/>
        </p:spPr>
        <p:txBody>
          <a:bodyPr wrap="none" rtlCol="0">
            <a:spAutoFit/>
          </a:bodyPr>
          <a:lstStyle/>
          <a:p>
            <a:r>
              <a:rPr lang="zh-CN" altLang="en-US" dirty="0">
                <a:solidFill>
                  <a:schemeClr val="bg1"/>
                </a:solidFill>
                <a:latin typeface="+mn-ea"/>
              </a:rPr>
              <a:t>答辩人：</a:t>
            </a:r>
            <a:r>
              <a:rPr lang="en-US" altLang="zh-CN" dirty="0" err="1">
                <a:solidFill>
                  <a:schemeClr val="bg1"/>
                </a:solidFill>
                <a:latin typeface="+mn-ea"/>
              </a:rPr>
              <a:t>xxx</a:t>
            </a:r>
            <a:endParaRPr lang="en-US" altLang="zh-CN" dirty="0" err="1">
              <a:solidFill>
                <a:schemeClr val="bg1"/>
              </a:solidFill>
              <a:latin typeface="+mn-ea"/>
            </a:endParaRPr>
          </a:p>
        </p:txBody>
      </p:sp>
      <p:sp>
        <p:nvSpPr>
          <p:cNvPr id="88" name="teacher-reading-a-book-sitting-behind-his-desk_42916"/>
          <p:cNvSpPr/>
          <p:nvPr/>
        </p:nvSpPr>
        <p:spPr>
          <a:xfrm>
            <a:off x="5106492" y="5954247"/>
            <a:ext cx="219240" cy="254930"/>
          </a:xfrm>
          <a:custGeom>
            <a:avLst/>
            <a:gdLst>
              <a:gd name="connsiteX0" fmla="*/ 193784 w 523934"/>
              <a:gd name="connsiteY0" fmla="*/ 190536 h 609225"/>
              <a:gd name="connsiteX1" fmla="*/ 193784 w 523934"/>
              <a:gd name="connsiteY1" fmla="*/ 227817 h 609225"/>
              <a:gd name="connsiteX2" fmla="*/ 205267 w 523934"/>
              <a:gd name="connsiteY2" fmla="*/ 227817 h 609225"/>
              <a:gd name="connsiteX3" fmla="*/ 205267 w 523934"/>
              <a:gd name="connsiteY3" fmla="*/ 273700 h 609225"/>
              <a:gd name="connsiteX4" fmla="*/ 193784 w 523934"/>
              <a:gd name="connsiteY4" fmla="*/ 273700 h 609225"/>
              <a:gd name="connsiteX5" fmla="*/ 193784 w 523934"/>
              <a:gd name="connsiteY5" fmla="*/ 283737 h 609225"/>
              <a:gd name="connsiteX6" fmla="*/ 256943 w 523934"/>
              <a:gd name="connsiteY6" fmla="*/ 295208 h 609225"/>
              <a:gd name="connsiteX7" fmla="*/ 320102 w 523934"/>
              <a:gd name="connsiteY7" fmla="*/ 283737 h 609225"/>
              <a:gd name="connsiteX8" fmla="*/ 320102 w 523934"/>
              <a:gd name="connsiteY8" fmla="*/ 273700 h 609225"/>
              <a:gd name="connsiteX9" fmla="*/ 308619 w 523934"/>
              <a:gd name="connsiteY9" fmla="*/ 273700 h 609225"/>
              <a:gd name="connsiteX10" fmla="*/ 308619 w 523934"/>
              <a:gd name="connsiteY10" fmla="*/ 227817 h 609225"/>
              <a:gd name="connsiteX11" fmla="*/ 320102 w 523934"/>
              <a:gd name="connsiteY11" fmla="*/ 227817 h 609225"/>
              <a:gd name="connsiteX12" fmla="*/ 320102 w 523934"/>
              <a:gd name="connsiteY12" fmla="*/ 190536 h 609225"/>
              <a:gd name="connsiteX13" fmla="*/ 256943 w 523934"/>
              <a:gd name="connsiteY13" fmla="*/ 202007 h 609225"/>
              <a:gd name="connsiteX14" fmla="*/ 175123 w 523934"/>
              <a:gd name="connsiteY14" fmla="*/ 167594 h 609225"/>
              <a:gd name="connsiteX15" fmla="*/ 256943 w 523934"/>
              <a:gd name="connsiteY15" fmla="*/ 181933 h 609225"/>
              <a:gd name="connsiteX16" fmla="*/ 340198 w 523934"/>
              <a:gd name="connsiteY16" fmla="*/ 167594 h 609225"/>
              <a:gd name="connsiteX17" fmla="*/ 340198 w 523934"/>
              <a:gd name="connsiteY17" fmla="*/ 184801 h 609225"/>
              <a:gd name="connsiteX18" fmla="*/ 384697 w 523934"/>
              <a:gd name="connsiteY18" fmla="*/ 190536 h 609225"/>
              <a:gd name="connsiteX19" fmla="*/ 394745 w 523934"/>
              <a:gd name="connsiteY19" fmla="*/ 227817 h 609225"/>
              <a:gd name="connsiteX20" fmla="*/ 409099 w 523934"/>
              <a:gd name="connsiteY20" fmla="*/ 273700 h 609225"/>
              <a:gd name="connsiteX21" fmla="*/ 348811 w 523934"/>
              <a:gd name="connsiteY21" fmla="*/ 273700 h 609225"/>
              <a:gd name="connsiteX22" fmla="*/ 350246 w 523934"/>
              <a:gd name="connsiteY22" fmla="*/ 308113 h 609225"/>
              <a:gd name="connsiteX23" fmla="*/ 523934 w 523934"/>
              <a:gd name="connsiteY23" fmla="*/ 308113 h 609225"/>
              <a:gd name="connsiteX24" fmla="*/ 523934 w 523934"/>
              <a:gd name="connsiteY24" fmla="*/ 376939 h 609225"/>
              <a:gd name="connsiteX25" fmla="*/ 482306 w 523934"/>
              <a:gd name="connsiteY25" fmla="*/ 376939 h 609225"/>
              <a:gd name="connsiteX26" fmla="*/ 482306 w 523934"/>
              <a:gd name="connsiteY26" fmla="*/ 609225 h 609225"/>
              <a:gd name="connsiteX27" fmla="*/ 41628 w 523934"/>
              <a:gd name="connsiteY27" fmla="*/ 609225 h 609225"/>
              <a:gd name="connsiteX28" fmla="*/ 41628 w 523934"/>
              <a:gd name="connsiteY28" fmla="*/ 376939 h 609225"/>
              <a:gd name="connsiteX29" fmla="*/ 0 w 523934"/>
              <a:gd name="connsiteY29" fmla="*/ 376939 h 609225"/>
              <a:gd name="connsiteX30" fmla="*/ 0 w 523934"/>
              <a:gd name="connsiteY30" fmla="*/ 308113 h 609225"/>
              <a:gd name="connsiteX31" fmla="*/ 170817 w 523934"/>
              <a:gd name="connsiteY31" fmla="*/ 308113 h 609225"/>
              <a:gd name="connsiteX32" fmla="*/ 170817 w 523934"/>
              <a:gd name="connsiteY32" fmla="*/ 273700 h 609225"/>
              <a:gd name="connsiteX33" fmla="*/ 99045 w 523934"/>
              <a:gd name="connsiteY33" fmla="*/ 273700 h 609225"/>
              <a:gd name="connsiteX34" fmla="*/ 104787 w 523934"/>
              <a:gd name="connsiteY34" fmla="*/ 262229 h 609225"/>
              <a:gd name="connsiteX35" fmla="*/ 103351 w 523934"/>
              <a:gd name="connsiteY35" fmla="*/ 262229 h 609225"/>
              <a:gd name="connsiteX36" fmla="*/ 139237 w 523934"/>
              <a:gd name="connsiteY36" fmla="*/ 190536 h 609225"/>
              <a:gd name="connsiteX37" fmla="*/ 175123 w 523934"/>
              <a:gd name="connsiteY37" fmla="*/ 186235 h 609225"/>
              <a:gd name="connsiteX38" fmla="*/ 261393 w 523934"/>
              <a:gd name="connsiteY38" fmla="*/ 0 h 609225"/>
              <a:gd name="connsiteX39" fmla="*/ 344616 w 523934"/>
              <a:gd name="connsiteY39" fmla="*/ 83108 h 609225"/>
              <a:gd name="connsiteX40" fmla="*/ 261393 w 523934"/>
              <a:gd name="connsiteY40" fmla="*/ 166216 h 609225"/>
              <a:gd name="connsiteX41" fmla="*/ 178170 w 523934"/>
              <a:gd name="connsiteY41" fmla="*/ 83108 h 609225"/>
              <a:gd name="connsiteX42" fmla="*/ 261393 w 523934"/>
              <a:gd name="connsiteY42" fmla="*/ 0 h 60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23934" h="609225">
                <a:moveTo>
                  <a:pt x="193784" y="190536"/>
                </a:moveTo>
                <a:lnTo>
                  <a:pt x="193784" y="227817"/>
                </a:lnTo>
                <a:lnTo>
                  <a:pt x="205267" y="227817"/>
                </a:lnTo>
                <a:lnTo>
                  <a:pt x="205267" y="273700"/>
                </a:lnTo>
                <a:lnTo>
                  <a:pt x="193784" y="273700"/>
                </a:lnTo>
                <a:lnTo>
                  <a:pt x="193784" y="283737"/>
                </a:lnTo>
                <a:lnTo>
                  <a:pt x="256943" y="295208"/>
                </a:lnTo>
                <a:lnTo>
                  <a:pt x="320102" y="283737"/>
                </a:lnTo>
                <a:lnTo>
                  <a:pt x="320102" y="273700"/>
                </a:lnTo>
                <a:lnTo>
                  <a:pt x="308619" y="273700"/>
                </a:lnTo>
                <a:lnTo>
                  <a:pt x="308619" y="227817"/>
                </a:lnTo>
                <a:lnTo>
                  <a:pt x="320102" y="227817"/>
                </a:lnTo>
                <a:lnTo>
                  <a:pt x="320102" y="190536"/>
                </a:lnTo>
                <a:lnTo>
                  <a:pt x="256943" y="202007"/>
                </a:lnTo>
                <a:close/>
                <a:moveTo>
                  <a:pt x="175123" y="167594"/>
                </a:moveTo>
                <a:lnTo>
                  <a:pt x="256943" y="181933"/>
                </a:lnTo>
                <a:lnTo>
                  <a:pt x="340198" y="167594"/>
                </a:lnTo>
                <a:lnTo>
                  <a:pt x="340198" y="184801"/>
                </a:lnTo>
                <a:lnTo>
                  <a:pt x="384697" y="190536"/>
                </a:lnTo>
                <a:lnTo>
                  <a:pt x="394745" y="227817"/>
                </a:lnTo>
                <a:lnTo>
                  <a:pt x="409099" y="273700"/>
                </a:lnTo>
                <a:lnTo>
                  <a:pt x="348811" y="273700"/>
                </a:lnTo>
                <a:lnTo>
                  <a:pt x="350246" y="308113"/>
                </a:lnTo>
                <a:lnTo>
                  <a:pt x="523934" y="308113"/>
                </a:lnTo>
                <a:lnTo>
                  <a:pt x="523934" y="376939"/>
                </a:lnTo>
                <a:lnTo>
                  <a:pt x="482306" y="376939"/>
                </a:lnTo>
                <a:lnTo>
                  <a:pt x="482306" y="609225"/>
                </a:lnTo>
                <a:lnTo>
                  <a:pt x="41628" y="609225"/>
                </a:lnTo>
                <a:lnTo>
                  <a:pt x="41628" y="376939"/>
                </a:lnTo>
                <a:lnTo>
                  <a:pt x="0" y="376939"/>
                </a:lnTo>
                <a:lnTo>
                  <a:pt x="0" y="308113"/>
                </a:lnTo>
                <a:lnTo>
                  <a:pt x="170817" y="308113"/>
                </a:lnTo>
                <a:lnTo>
                  <a:pt x="170817" y="273700"/>
                </a:lnTo>
                <a:lnTo>
                  <a:pt x="99045" y="273700"/>
                </a:lnTo>
                <a:lnTo>
                  <a:pt x="104787" y="262229"/>
                </a:lnTo>
                <a:lnTo>
                  <a:pt x="103351" y="262229"/>
                </a:lnTo>
                <a:lnTo>
                  <a:pt x="139237" y="190536"/>
                </a:lnTo>
                <a:lnTo>
                  <a:pt x="175123" y="186235"/>
                </a:lnTo>
                <a:close/>
                <a:moveTo>
                  <a:pt x="261393" y="0"/>
                </a:moveTo>
                <a:cubicBezTo>
                  <a:pt x="307356" y="0"/>
                  <a:pt x="344616" y="37209"/>
                  <a:pt x="344616" y="83108"/>
                </a:cubicBezTo>
                <a:cubicBezTo>
                  <a:pt x="344616" y="129007"/>
                  <a:pt x="307356" y="166216"/>
                  <a:pt x="261393" y="166216"/>
                </a:cubicBezTo>
                <a:cubicBezTo>
                  <a:pt x="215430" y="166216"/>
                  <a:pt x="178170" y="129007"/>
                  <a:pt x="178170" y="83108"/>
                </a:cubicBezTo>
                <a:cubicBezTo>
                  <a:pt x="178170" y="37209"/>
                  <a:pt x="215430" y="0"/>
                  <a:pt x="26139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文本框 88"/>
          <p:cNvSpPr txBox="1"/>
          <p:nvPr/>
        </p:nvSpPr>
        <p:spPr>
          <a:xfrm>
            <a:off x="5423918" y="5897046"/>
            <a:ext cx="1554480" cy="368300"/>
          </a:xfrm>
          <a:prstGeom prst="rect">
            <a:avLst/>
          </a:prstGeom>
          <a:noFill/>
        </p:spPr>
        <p:txBody>
          <a:bodyPr wrap="none" rtlCol="0">
            <a:spAutoFit/>
          </a:bodyPr>
          <a:lstStyle/>
          <a:p>
            <a:r>
              <a:rPr lang="zh-CN" altLang="en-US" dirty="0">
                <a:solidFill>
                  <a:schemeClr val="bg1"/>
                </a:solidFill>
                <a:latin typeface="+mn-ea"/>
              </a:rPr>
              <a:t>导师：</a:t>
            </a:r>
            <a:r>
              <a:rPr lang="en-US" altLang="zh-CN" dirty="0">
                <a:solidFill>
                  <a:schemeClr val="bg1"/>
                </a:solidFill>
                <a:latin typeface="+mn-ea"/>
              </a:rPr>
              <a:t>xx</a:t>
            </a:r>
            <a:r>
              <a:rPr lang="zh-CN" altLang="en-US" dirty="0">
                <a:solidFill>
                  <a:schemeClr val="bg1"/>
                </a:solidFill>
                <a:latin typeface="+mn-ea"/>
              </a:rPr>
              <a:t>教授</a:t>
            </a:r>
            <a:endParaRPr lang="zh-CN" altLang="en-US" dirty="0">
              <a:solidFill>
                <a:schemeClr val="bg1"/>
              </a:solidFill>
              <a:latin typeface="+mn-ea"/>
            </a:endParaRPr>
          </a:p>
        </p:txBody>
      </p:sp>
      <p:sp>
        <p:nvSpPr>
          <p:cNvPr id="90" name="teacher-reading-a-book-sitting-behind-his-desk_42916"/>
          <p:cNvSpPr/>
          <p:nvPr/>
        </p:nvSpPr>
        <p:spPr>
          <a:xfrm>
            <a:off x="8652928" y="5954271"/>
            <a:ext cx="254929" cy="254882"/>
          </a:xfrm>
          <a:custGeom>
            <a:avLst/>
            <a:gdLst>
              <a:gd name="T0" fmla="*/ 5601 w 11203"/>
              <a:gd name="T1" fmla="*/ 0 h 11202"/>
              <a:gd name="T2" fmla="*/ 0 w 11203"/>
              <a:gd name="T3" fmla="*/ 5601 h 11202"/>
              <a:gd name="T4" fmla="*/ 5603 w 11203"/>
              <a:gd name="T5" fmla="*/ 11202 h 11202"/>
              <a:gd name="T6" fmla="*/ 11203 w 11203"/>
              <a:gd name="T7" fmla="*/ 5601 h 11202"/>
              <a:gd name="T8" fmla="*/ 5601 w 11203"/>
              <a:gd name="T9" fmla="*/ 0 h 11202"/>
              <a:gd name="T10" fmla="*/ 8403 w 11203"/>
              <a:gd name="T11" fmla="*/ 6218 h 11202"/>
              <a:gd name="T12" fmla="*/ 5429 w 11203"/>
              <a:gd name="T13" fmla="*/ 6218 h 11202"/>
              <a:gd name="T14" fmla="*/ 5250 w 11203"/>
              <a:gd name="T15" fmla="*/ 6182 h 11202"/>
              <a:gd name="T16" fmla="*/ 4970 w 11203"/>
              <a:gd name="T17" fmla="*/ 5760 h 11202"/>
              <a:gd name="T18" fmla="*/ 4970 w 11203"/>
              <a:gd name="T19" fmla="*/ 2786 h 11202"/>
              <a:gd name="T20" fmla="*/ 5429 w 11203"/>
              <a:gd name="T21" fmla="*/ 2327 h 11202"/>
              <a:gd name="T22" fmla="*/ 5889 w 11203"/>
              <a:gd name="T23" fmla="*/ 2786 h 11202"/>
              <a:gd name="T24" fmla="*/ 5889 w 11203"/>
              <a:gd name="T25" fmla="*/ 5301 h 11202"/>
              <a:gd name="T26" fmla="*/ 8404 w 11203"/>
              <a:gd name="T27" fmla="*/ 5301 h 11202"/>
              <a:gd name="T28" fmla="*/ 8863 w 11203"/>
              <a:gd name="T29" fmla="*/ 5760 h 11202"/>
              <a:gd name="T30" fmla="*/ 8403 w 11203"/>
              <a:gd name="T31" fmla="*/ 6218 h 1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203" h="11202">
                <a:moveTo>
                  <a:pt x="5601" y="0"/>
                </a:moveTo>
                <a:cubicBezTo>
                  <a:pt x="2507" y="0"/>
                  <a:pt x="0" y="2507"/>
                  <a:pt x="0" y="5601"/>
                </a:cubicBezTo>
                <a:cubicBezTo>
                  <a:pt x="0" y="8695"/>
                  <a:pt x="2509" y="11202"/>
                  <a:pt x="5603" y="11202"/>
                </a:cubicBezTo>
                <a:cubicBezTo>
                  <a:pt x="8695" y="11202"/>
                  <a:pt x="11203" y="8695"/>
                  <a:pt x="11203" y="5601"/>
                </a:cubicBezTo>
                <a:cubicBezTo>
                  <a:pt x="11203" y="2507"/>
                  <a:pt x="8695" y="0"/>
                  <a:pt x="5601" y="0"/>
                </a:cubicBezTo>
                <a:close/>
                <a:moveTo>
                  <a:pt x="8403" y="6218"/>
                </a:moveTo>
                <a:lnTo>
                  <a:pt x="5429" y="6218"/>
                </a:lnTo>
                <a:cubicBezTo>
                  <a:pt x="5366" y="6218"/>
                  <a:pt x="5305" y="6206"/>
                  <a:pt x="5250" y="6182"/>
                </a:cubicBezTo>
                <a:cubicBezTo>
                  <a:pt x="5085" y="6112"/>
                  <a:pt x="4970" y="5950"/>
                  <a:pt x="4970" y="5760"/>
                </a:cubicBezTo>
                <a:lnTo>
                  <a:pt x="4970" y="2786"/>
                </a:lnTo>
                <a:cubicBezTo>
                  <a:pt x="4970" y="2532"/>
                  <a:pt x="5175" y="2327"/>
                  <a:pt x="5429" y="2327"/>
                </a:cubicBezTo>
                <a:cubicBezTo>
                  <a:pt x="5683" y="2327"/>
                  <a:pt x="5889" y="2532"/>
                  <a:pt x="5889" y="2786"/>
                </a:cubicBezTo>
                <a:lnTo>
                  <a:pt x="5889" y="5301"/>
                </a:lnTo>
                <a:lnTo>
                  <a:pt x="8404" y="5301"/>
                </a:lnTo>
                <a:cubicBezTo>
                  <a:pt x="8657" y="5301"/>
                  <a:pt x="8863" y="5506"/>
                  <a:pt x="8863" y="5760"/>
                </a:cubicBezTo>
                <a:cubicBezTo>
                  <a:pt x="8863" y="6013"/>
                  <a:pt x="8656" y="6218"/>
                  <a:pt x="8403" y="621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bg1"/>
              </a:solidFill>
            </a:endParaRPr>
          </a:p>
        </p:txBody>
      </p:sp>
      <p:sp>
        <p:nvSpPr>
          <p:cNvPr id="91" name="文本框 90"/>
          <p:cNvSpPr txBox="1"/>
          <p:nvPr/>
        </p:nvSpPr>
        <p:spPr>
          <a:xfrm>
            <a:off x="8988199" y="5897046"/>
            <a:ext cx="2011680" cy="368300"/>
          </a:xfrm>
          <a:prstGeom prst="rect">
            <a:avLst/>
          </a:prstGeom>
          <a:noFill/>
        </p:spPr>
        <p:txBody>
          <a:bodyPr wrap="none" rtlCol="0">
            <a:spAutoFit/>
          </a:bodyPr>
          <a:lstStyle/>
          <a:p>
            <a:r>
              <a:rPr lang="zh-CN" altLang="en-US" dirty="0">
                <a:solidFill>
                  <a:schemeClr val="bg1"/>
                </a:solidFill>
                <a:latin typeface="+mn-ea"/>
              </a:rPr>
              <a:t>日期：</a:t>
            </a:r>
            <a:r>
              <a:rPr lang="en-US" altLang="zh-CN" dirty="0">
                <a:solidFill>
                  <a:schemeClr val="bg1"/>
                </a:solidFill>
                <a:latin typeface="+mn-ea"/>
              </a:rPr>
              <a:t>2026/05/20</a:t>
            </a:r>
            <a:endParaRPr lang="zh-CN" altLang="en-US" dirty="0">
              <a:solidFill>
                <a:schemeClr val="bg1"/>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881022" y="2852559"/>
            <a:ext cx="1390124" cy="769441"/>
          </a:xfrm>
          <a:prstGeom prst="rect">
            <a:avLst/>
          </a:prstGeom>
          <a:noFill/>
        </p:spPr>
        <p:txBody>
          <a:bodyPr wrap="none" rtlCol="0">
            <a:spAutoFit/>
          </a:bodyPr>
          <a:lstStyle/>
          <a:p>
            <a:pPr algn="ctr"/>
            <a:r>
              <a:rPr lang="zh-CN" altLang="en-US" sz="4400" b="1" spc="300" dirty="0">
                <a:solidFill>
                  <a:schemeClr val="bg1"/>
                </a:solidFill>
                <a:latin typeface="+mj-ea"/>
                <a:ea typeface="+mj-ea"/>
              </a:rPr>
              <a:t>目录</a:t>
            </a:r>
            <a:endParaRPr lang="zh-CN" altLang="en-US" sz="4400" b="1" spc="300" dirty="0">
              <a:solidFill>
                <a:schemeClr val="bg1"/>
              </a:solidFill>
              <a:latin typeface="+mj-ea"/>
              <a:ea typeface="+mj-ea"/>
            </a:endParaRPr>
          </a:p>
        </p:txBody>
      </p:sp>
      <p:sp>
        <p:nvSpPr>
          <p:cNvPr id="6" name="文本框 5"/>
          <p:cNvSpPr txBox="1"/>
          <p:nvPr/>
        </p:nvSpPr>
        <p:spPr>
          <a:xfrm>
            <a:off x="885094" y="3636109"/>
            <a:ext cx="1381981" cy="369332"/>
          </a:xfrm>
          <a:prstGeom prst="rect">
            <a:avLst/>
          </a:prstGeom>
          <a:noFill/>
        </p:spPr>
        <p:txBody>
          <a:bodyPr wrap="none" rtlCol="0">
            <a:spAutoFit/>
          </a:bodyPr>
          <a:lstStyle/>
          <a:p>
            <a:pPr algn="ctr"/>
            <a:r>
              <a:rPr lang="en-US" altLang="zh-CN" dirty="0">
                <a:solidFill>
                  <a:schemeClr val="bg1"/>
                </a:solidFill>
                <a:latin typeface="+mn-ea"/>
              </a:rPr>
              <a:t>CONTENTS</a:t>
            </a:r>
            <a:endParaRPr lang="zh-CN" altLang="en-US" dirty="0">
              <a:solidFill>
                <a:schemeClr val="bg1"/>
              </a:solidFill>
              <a:latin typeface="+mn-ea"/>
            </a:endParaRPr>
          </a:p>
        </p:txBody>
      </p:sp>
      <p:cxnSp>
        <p:nvCxnSpPr>
          <p:cNvPr id="8" name="直接连接符 7"/>
          <p:cNvCxnSpPr/>
          <p:nvPr/>
        </p:nvCxnSpPr>
        <p:spPr>
          <a:xfrm>
            <a:off x="922034" y="2457450"/>
            <a:ext cx="1308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22034" y="4400550"/>
            <a:ext cx="1308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6614290" y="1076643"/>
            <a:ext cx="2608406" cy="461665"/>
          </a:xfrm>
          <a:prstGeom prst="rect">
            <a:avLst/>
          </a:prstGeom>
          <a:noFill/>
        </p:spPr>
        <p:txBody>
          <a:bodyPr wrap="none" rtlCol="0" anchor="ctr">
            <a:spAutoFit/>
          </a:bodyPr>
          <a:lstStyle/>
          <a:p>
            <a:pPr lvl="0">
              <a:buSzPct val="100000"/>
              <a:defRPr/>
            </a:pPr>
            <a:r>
              <a:rPr lang="zh-CN" altLang="en-US" sz="2400" b="1" spc="300" noProof="1">
                <a:latin typeface="+mj-ea"/>
                <a:ea typeface="+mj-ea"/>
              </a:rPr>
              <a:t>选题背景与意义</a:t>
            </a:r>
            <a:endParaRPr lang="zh-CN" altLang="en-US" sz="2400" b="1" spc="300" noProof="1">
              <a:latin typeface="+mj-ea"/>
              <a:ea typeface="+mj-ea"/>
            </a:endParaRPr>
          </a:p>
        </p:txBody>
      </p:sp>
      <p:cxnSp>
        <p:nvCxnSpPr>
          <p:cNvPr id="38" name="直接连接符 37"/>
          <p:cNvCxnSpPr/>
          <p:nvPr/>
        </p:nvCxnSpPr>
        <p:spPr>
          <a:xfrm>
            <a:off x="5813513" y="1591943"/>
            <a:ext cx="3600000" cy="0"/>
          </a:xfrm>
          <a:prstGeom prst="line">
            <a:avLst/>
          </a:prstGeom>
          <a:ln>
            <a:solidFill>
              <a:schemeClr val="tx1">
                <a:alpha val="45000"/>
              </a:schemeClr>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5798628" y="1021812"/>
            <a:ext cx="69121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rPr>
              <a:t>01</a:t>
            </a:r>
            <a:endParaRPr kumimoji="0" lang="zh-CN" altLang="en-US"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endParaRPr>
          </a:p>
        </p:txBody>
      </p:sp>
      <p:sp>
        <p:nvSpPr>
          <p:cNvPr id="40" name="椭圆 39"/>
          <p:cNvSpPr/>
          <p:nvPr/>
        </p:nvSpPr>
        <p:spPr>
          <a:xfrm>
            <a:off x="6491937" y="1396060"/>
            <a:ext cx="56371" cy="56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mj-ea"/>
              <a:ea typeface="+mj-ea"/>
              <a:cs typeface="+mn-cs"/>
            </a:endParaRPr>
          </a:p>
        </p:txBody>
      </p:sp>
      <p:sp>
        <p:nvSpPr>
          <p:cNvPr id="41" name="文本框 40"/>
          <p:cNvSpPr txBox="1"/>
          <p:nvPr/>
        </p:nvSpPr>
        <p:spPr>
          <a:xfrm>
            <a:off x="6604765" y="1907227"/>
            <a:ext cx="2608406" cy="461665"/>
          </a:xfrm>
          <a:prstGeom prst="rect">
            <a:avLst/>
          </a:prstGeom>
          <a:noFill/>
        </p:spPr>
        <p:txBody>
          <a:bodyPr wrap="none" rtlCol="0" anchor="ctr">
            <a:spAutoFit/>
          </a:bodyPr>
          <a:lstStyle/>
          <a:p>
            <a:pPr lvl="0">
              <a:buSzPct val="100000"/>
              <a:defRPr/>
            </a:pPr>
            <a:r>
              <a:rPr lang="zh-CN" altLang="en-US" sz="2400" b="1" spc="300" noProof="1">
                <a:latin typeface="+mj-ea"/>
                <a:ea typeface="+mj-ea"/>
              </a:rPr>
              <a:t>研究内容与目的</a:t>
            </a:r>
            <a:endParaRPr lang="zh-CN" altLang="en-US" sz="2400" b="1" spc="300" noProof="1">
              <a:latin typeface="+mj-ea"/>
              <a:ea typeface="+mj-ea"/>
            </a:endParaRPr>
          </a:p>
        </p:txBody>
      </p:sp>
      <p:cxnSp>
        <p:nvCxnSpPr>
          <p:cNvPr id="42" name="直接连接符 41"/>
          <p:cNvCxnSpPr/>
          <p:nvPr/>
        </p:nvCxnSpPr>
        <p:spPr>
          <a:xfrm>
            <a:off x="5813513" y="2422527"/>
            <a:ext cx="3600000" cy="0"/>
          </a:xfrm>
          <a:prstGeom prst="line">
            <a:avLst/>
          </a:prstGeom>
          <a:ln>
            <a:solidFill>
              <a:schemeClr val="tx1">
                <a:alpha val="45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798628" y="1852395"/>
            <a:ext cx="69121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rPr>
              <a:t>02</a:t>
            </a:r>
            <a:endParaRPr kumimoji="0" lang="zh-CN" altLang="en-US"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endParaRPr>
          </a:p>
        </p:txBody>
      </p:sp>
      <p:sp>
        <p:nvSpPr>
          <p:cNvPr id="44" name="椭圆 43"/>
          <p:cNvSpPr/>
          <p:nvPr/>
        </p:nvSpPr>
        <p:spPr>
          <a:xfrm>
            <a:off x="6491937" y="2222442"/>
            <a:ext cx="56371" cy="56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mj-ea"/>
              <a:ea typeface="+mj-ea"/>
              <a:cs typeface="+mn-cs"/>
            </a:endParaRPr>
          </a:p>
        </p:txBody>
      </p:sp>
      <p:sp>
        <p:nvSpPr>
          <p:cNvPr id="45" name="文本框 44"/>
          <p:cNvSpPr txBox="1"/>
          <p:nvPr/>
        </p:nvSpPr>
        <p:spPr>
          <a:xfrm>
            <a:off x="6614289" y="2733778"/>
            <a:ext cx="2608406" cy="461665"/>
          </a:xfrm>
          <a:prstGeom prst="rect">
            <a:avLst/>
          </a:prstGeom>
          <a:noFill/>
        </p:spPr>
        <p:txBody>
          <a:bodyPr wrap="none" rtlCol="0" anchor="ctr">
            <a:spAutoFit/>
          </a:bodyPr>
          <a:lstStyle/>
          <a:p>
            <a:pPr lvl="0">
              <a:buSzPct val="100000"/>
              <a:defRPr/>
            </a:pPr>
            <a:r>
              <a:rPr lang="zh-CN" altLang="en-US" sz="2400" b="1" spc="300" noProof="1">
                <a:latin typeface="+mj-ea"/>
                <a:ea typeface="+mj-ea"/>
              </a:rPr>
              <a:t>研究方法与思路</a:t>
            </a:r>
            <a:endParaRPr lang="zh-CN" altLang="en-US" sz="2400" b="1" spc="300" noProof="1">
              <a:latin typeface="+mj-ea"/>
              <a:ea typeface="+mj-ea"/>
            </a:endParaRPr>
          </a:p>
        </p:txBody>
      </p:sp>
      <p:cxnSp>
        <p:nvCxnSpPr>
          <p:cNvPr id="46" name="直接连接符 45"/>
          <p:cNvCxnSpPr/>
          <p:nvPr/>
        </p:nvCxnSpPr>
        <p:spPr>
          <a:xfrm>
            <a:off x="5813513" y="3249078"/>
            <a:ext cx="3600000" cy="0"/>
          </a:xfrm>
          <a:prstGeom prst="line">
            <a:avLst/>
          </a:prstGeom>
          <a:ln>
            <a:solidFill>
              <a:schemeClr val="tx1">
                <a:alpha val="45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5798628" y="2708131"/>
            <a:ext cx="69121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rPr>
              <a:t>03</a:t>
            </a:r>
            <a:endParaRPr kumimoji="0" lang="zh-CN" altLang="en-US"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endParaRPr>
          </a:p>
        </p:txBody>
      </p:sp>
      <p:sp>
        <p:nvSpPr>
          <p:cNvPr id="48" name="椭圆 47"/>
          <p:cNvSpPr/>
          <p:nvPr/>
        </p:nvSpPr>
        <p:spPr>
          <a:xfrm>
            <a:off x="6491937" y="3071356"/>
            <a:ext cx="56371" cy="56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mj-ea"/>
              <a:ea typeface="+mj-ea"/>
              <a:cs typeface="+mn-cs"/>
            </a:endParaRPr>
          </a:p>
        </p:txBody>
      </p:sp>
      <p:sp>
        <p:nvSpPr>
          <p:cNvPr id="49" name="文本框 48"/>
          <p:cNvSpPr txBox="1"/>
          <p:nvPr/>
        </p:nvSpPr>
        <p:spPr>
          <a:xfrm>
            <a:off x="6614290" y="3589514"/>
            <a:ext cx="2954655" cy="461665"/>
          </a:xfrm>
          <a:prstGeom prst="rect">
            <a:avLst/>
          </a:prstGeom>
          <a:noFill/>
        </p:spPr>
        <p:txBody>
          <a:bodyPr wrap="none" rtlCol="0" anchor="ctr">
            <a:spAutoFit/>
          </a:bodyPr>
          <a:lstStyle/>
          <a:p>
            <a:pPr lvl="0">
              <a:buSzPct val="100000"/>
              <a:defRPr/>
            </a:pPr>
            <a:r>
              <a:rPr lang="zh-CN" altLang="en-US" sz="2400" b="1" spc="300" noProof="1">
                <a:latin typeface="+mj-ea"/>
                <a:ea typeface="+mj-ea"/>
              </a:rPr>
              <a:t>研究难点与创新点</a:t>
            </a:r>
            <a:endParaRPr lang="zh-CN" altLang="en-US" sz="2400" b="1" spc="300" noProof="1">
              <a:latin typeface="+mj-ea"/>
              <a:ea typeface="+mj-ea"/>
            </a:endParaRPr>
          </a:p>
        </p:txBody>
      </p:sp>
      <p:cxnSp>
        <p:nvCxnSpPr>
          <p:cNvPr id="50" name="直接连接符 49"/>
          <p:cNvCxnSpPr/>
          <p:nvPr/>
        </p:nvCxnSpPr>
        <p:spPr>
          <a:xfrm>
            <a:off x="5813513" y="4104814"/>
            <a:ext cx="3600000" cy="0"/>
          </a:xfrm>
          <a:prstGeom prst="line">
            <a:avLst/>
          </a:prstGeom>
          <a:ln>
            <a:solidFill>
              <a:schemeClr val="tx1">
                <a:alpha val="45000"/>
              </a:schemeClr>
            </a:solidFill>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5798628" y="3555892"/>
            <a:ext cx="69121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rPr>
              <a:t>04</a:t>
            </a:r>
            <a:endParaRPr kumimoji="0" lang="zh-CN" altLang="en-US"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endParaRPr>
          </a:p>
        </p:txBody>
      </p:sp>
      <p:sp>
        <p:nvSpPr>
          <p:cNvPr id="52" name="椭圆 51"/>
          <p:cNvSpPr/>
          <p:nvPr/>
        </p:nvSpPr>
        <p:spPr>
          <a:xfrm>
            <a:off x="6491937" y="3922890"/>
            <a:ext cx="56371" cy="56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mj-ea"/>
              <a:ea typeface="+mj-ea"/>
              <a:cs typeface="+mn-cs"/>
            </a:endParaRPr>
          </a:p>
        </p:txBody>
      </p:sp>
      <p:sp>
        <p:nvSpPr>
          <p:cNvPr id="53" name="文本框 52"/>
          <p:cNvSpPr txBox="1"/>
          <p:nvPr/>
        </p:nvSpPr>
        <p:spPr>
          <a:xfrm>
            <a:off x="6614290" y="4437275"/>
            <a:ext cx="2262158" cy="461665"/>
          </a:xfrm>
          <a:prstGeom prst="rect">
            <a:avLst/>
          </a:prstGeom>
          <a:noFill/>
        </p:spPr>
        <p:txBody>
          <a:bodyPr wrap="none" rtlCol="0" anchor="ctr">
            <a:spAutoFit/>
          </a:bodyPr>
          <a:lstStyle/>
          <a:p>
            <a:pPr lvl="0">
              <a:buSzPct val="100000"/>
              <a:defRPr/>
            </a:pPr>
            <a:r>
              <a:rPr lang="zh-CN" altLang="en-US" sz="2400" b="1" spc="300" noProof="1">
                <a:latin typeface="+mj-ea"/>
                <a:ea typeface="+mj-ea"/>
              </a:rPr>
              <a:t>论文进度安排</a:t>
            </a:r>
            <a:endParaRPr lang="zh-CN" altLang="en-US" sz="2400" b="1" spc="300" noProof="1">
              <a:latin typeface="+mj-ea"/>
              <a:ea typeface="+mj-ea"/>
            </a:endParaRPr>
          </a:p>
        </p:txBody>
      </p:sp>
      <p:cxnSp>
        <p:nvCxnSpPr>
          <p:cNvPr id="54" name="直接连接符 53"/>
          <p:cNvCxnSpPr/>
          <p:nvPr/>
        </p:nvCxnSpPr>
        <p:spPr>
          <a:xfrm>
            <a:off x="5813513" y="4952575"/>
            <a:ext cx="3600000" cy="0"/>
          </a:xfrm>
          <a:prstGeom prst="line">
            <a:avLst/>
          </a:prstGeom>
          <a:ln>
            <a:solidFill>
              <a:schemeClr val="tx1">
                <a:alpha val="45000"/>
              </a:schemeClr>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5798628" y="4403653"/>
            <a:ext cx="69121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rPr>
              <a:t>05</a:t>
            </a:r>
            <a:endParaRPr kumimoji="0" lang="zh-CN" altLang="en-US"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endParaRPr>
          </a:p>
        </p:txBody>
      </p:sp>
      <p:sp>
        <p:nvSpPr>
          <p:cNvPr id="56" name="椭圆 55"/>
          <p:cNvSpPr/>
          <p:nvPr/>
        </p:nvSpPr>
        <p:spPr>
          <a:xfrm>
            <a:off x="6491937" y="4770651"/>
            <a:ext cx="56371" cy="56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mj-ea"/>
              <a:ea typeface="+mj-ea"/>
              <a:cs typeface="+mn-cs"/>
            </a:endParaRPr>
          </a:p>
        </p:txBody>
      </p:sp>
      <p:sp>
        <p:nvSpPr>
          <p:cNvPr id="57" name="文本框 56"/>
          <p:cNvSpPr txBox="1"/>
          <p:nvPr/>
        </p:nvSpPr>
        <p:spPr>
          <a:xfrm>
            <a:off x="6614289" y="5285035"/>
            <a:ext cx="2262158" cy="461665"/>
          </a:xfrm>
          <a:prstGeom prst="rect">
            <a:avLst/>
          </a:prstGeom>
          <a:noFill/>
        </p:spPr>
        <p:txBody>
          <a:bodyPr wrap="none" rtlCol="0" anchor="ctr">
            <a:spAutoFit/>
          </a:bodyPr>
          <a:lstStyle/>
          <a:p>
            <a:pPr lvl="0">
              <a:buSzPct val="100000"/>
              <a:defRPr/>
            </a:pPr>
            <a:r>
              <a:rPr lang="zh-CN" altLang="en-US" sz="2400" b="1" spc="300" noProof="1">
                <a:latin typeface="+mj-ea"/>
                <a:ea typeface="+mj-ea"/>
              </a:rPr>
              <a:t>预期实验结果</a:t>
            </a:r>
            <a:endParaRPr lang="zh-CN" altLang="en-US" sz="2400" b="1" spc="300" noProof="1">
              <a:latin typeface="+mj-ea"/>
              <a:ea typeface="+mj-ea"/>
            </a:endParaRPr>
          </a:p>
        </p:txBody>
      </p:sp>
      <p:cxnSp>
        <p:nvCxnSpPr>
          <p:cNvPr id="58" name="直接连接符 57"/>
          <p:cNvCxnSpPr/>
          <p:nvPr/>
        </p:nvCxnSpPr>
        <p:spPr>
          <a:xfrm>
            <a:off x="5813513" y="5800335"/>
            <a:ext cx="3600000" cy="0"/>
          </a:xfrm>
          <a:prstGeom prst="line">
            <a:avLst/>
          </a:prstGeom>
          <a:ln>
            <a:solidFill>
              <a:schemeClr val="tx1">
                <a:alpha val="45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5798628" y="5251413"/>
            <a:ext cx="69121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rPr>
              <a:t>06</a:t>
            </a:r>
            <a:endParaRPr kumimoji="0" lang="zh-CN" altLang="en-US" sz="3200" b="1" i="0" u="none" strike="noStrike" kern="1200" cap="none" spc="0" normalizeH="0" baseline="0" noProof="0" dirty="0">
              <a:ln>
                <a:noFill/>
              </a:ln>
              <a:solidFill>
                <a:schemeClr val="accent1"/>
              </a:solidFill>
              <a:effectLst/>
              <a:uLnTx/>
              <a:uFillTx/>
              <a:latin typeface="+mj-ea"/>
              <a:ea typeface="+mj-ea"/>
              <a:cs typeface="Times New Roman" panose="02020603050405020304" pitchFamily="18" charset="0"/>
            </a:endParaRPr>
          </a:p>
        </p:txBody>
      </p:sp>
      <p:sp>
        <p:nvSpPr>
          <p:cNvPr id="60" name="椭圆 59"/>
          <p:cNvSpPr/>
          <p:nvPr/>
        </p:nvSpPr>
        <p:spPr>
          <a:xfrm>
            <a:off x="6491937" y="5618411"/>
            <a:ext cx="56371" cy="56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latin typeface="+mj-ea"/>
              <a:ea typeface="+mj-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095500" y="2336800"/>
            <a:ext cx="2184400" cy="21844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2252301" y="2493601"/>
            <a:ext cx="1870798" cy="1870798"/>
          </a:xfrm>
          <a:prstGeom prst="ellipse">
            <a:avLst/>
          </a:prstGeom>
          <a:gradFill flip="none" rotWithShape="1">
            <a:gsLst>
              <a:gs pos="0">
                <a:schemeClr val="accent1"/>
              </a:gs>
              <a:gs pos="100000">
                <a:schemeClr val="accent1">
                  <a:lumMod val="88000"/>
                  <a:lumOff val="12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430121" y="2705725"/>
            <a:ext cx="1515158" cy="1446550"/>
          </a:xfrm>
          <a:prstGeom prst="rect">
            <a:avLst/>
          </a:prstGeom>
          <a:noFill/>
        </p:spPr>
        <p:txBody>
          <a:bodyPr wrap="none" rtlCol="0">
            <a:spAutoFit/>
          </a:bodyPr>
          <a:lstStyle/>
          <a:p>
            <a:pPr algn="ctr"/>
            <a:r>
              <a:rPr lang="en-US" altLang="zh-CN" sz="8800" b="1" dirty="0">
                <a:solidFill>
                  <a:schemeClr val="bg1"/>
                </a:solidFill>
                <a:latin typeface="思源黑体 CN" panose="020B0800000000000000" pitchFamily="34" charset="-122"/>
                <a:ea typeface="+mj-ea"/>
              </a:rPr>
              <a:t>01</a:t>
            </a:r>
            <a:endParaRPr lang="zh-CN" altLang="en-US" sz="8800" b="1" dirty="0">
              <a:solidFill>
                <a:schemeClr val="bg1"/>
              </a:solidFill>
              <a:latin typeface="思源黑体 CN" panose="020B0800000000000000" pitchFamily="34" charset="-122"/>
              <a:ea typeface="+mj-ea"/>
            </a:endParaRPr>
          </a:p>
        </p:txBody>
      </p:sp>
      <p:sp>
        <p:nvSpPr>
          <p:cNvPr id="109" name="文本框 108"/>
          <p:cNvSpPr txBox="1"/>
          <p:nvPr/>
        </p:nvSpPr>
        <p:spPr>
          <a:xfrm>
            <a:off x="482861" y="1155141"/>
            <a:ext cx="1200329" cy="4547719"/>
          </a:xfrm>
          <a:prstGeom prst="rect">
            <a:avLst/>
          </a:prstGeom>
          <a:noFill/>
        </p:spPr>
        <p:txBody>
          <a:bodyPr vert="eaVert" wrap="none" rtlCol="0">
            <a:spAutoFit/>
          </a:bodyPr>
          <a:lstStyle/>
          <a:p>
            <a:pPr algn="ctr"/>
            <a:r>
              <a:rPr lang="en-US" altLang="zh-CN" sz="6600" b="1" spc="300" dirty="0">
                <a:ln>
                  <a:solidFill>
                    <a:schemeClr val="bg1"/>
                  </a:solidFill>
                </a:ln>
                <a:noFill/>
                <a:latin typeface="思源黑体 CN" panose="020B0800000000000000" pitchFamily="34" charset="-122"/>
              </a:rPr>
              <a:t>PART ONE</a:t>
            </a:r>
            <a:endParaRPr lang="zh-CN" altLang="en-US" sz="6600" b="1" spc="300" dirty="0">
              <a:ln>
                <a:solidFill>
                  <a:schemeClr val="bg1"/>
                </a:solidFill>
              </a:ln>
              <a:noFill/>
              <a:latin typeface="思源黑体 CN" panose="020B0800000000000000" pitchFamily="34" charset="-122"/>
            </a:endParaRPr>
          </a:p>
        </p:txBody>
      </p:sp>
      <p:sp>
        <p:nvSpPr>
          <p:cNvPr id="113" name="文本框 112"/>
          <p:cNvSpPr txBox="1"/>
          <p:nvPr/>
        </p:nvSpPr>
        <p:spPr>
          <a:xfrm>
            <a:off x="5928490" y="2243595"/>
            <a:ext cx="4403770" cy="769441"/>
          </a:xfrm>
          <a:prstGeom prst="rect">
            <a:avLst/>
          </a:prstGeom>
          <a:noFill/>
        </p:spPr>
        <p:txBody>
          <a:bodyPr wrap="none" rtlCol="0" anchor="ctr">
            <a:spAutoFit/>
          </a:bodyPr>
          <a:lstStyle/>
          <a:p>
            <a:pPr lvl="0">
              <a:buSzPct val="100000"/>
              <a:defRPr/>
            </a:pPr>
            <a:r>
              <a:rPr lang="zh-CN" altLang="en-US" sz="4400" b="1" spc="300" noProof="1">
                <a:solidFill>
                  <a:schemeClr val="accent1"/>
                </a:solidFill>
                <a:latin typeface="+mj-ea"/>
                <a:ea typeface="+mj-ea"/>
              </a:rPr>
              <a:t>选题背景与意义</a:t>
            </a:r>
            <a:endParaRPr lang="zh-CN" altLang="en-US" sz="4400" b="1" spc="300" noProof="1">
              <a:solidFill>
                <a:schemeClr val="accent1"/>
              </a:solidFill>
              <a:latin typeface="+mj-ea"/>
              <a:ea typeface="+mj-ea"/>
            </a:endParaRPr>
          </a:p>
        </p:txBody>
      </p:sp>
      <p:sp>
        <p:nvSpPr>
          <p:cNvPr id="117" name="文本框 116"/>
          <p:cNvSpPr txBox="1"/>
          <p:nvPr/>
        </p:nvSpPr>
        <p:spPr>
          <a:xfrm>
            <a:off x="5928490" y="2989410"/>
            <a:ext cx="4195251" cy="369332"/>
          </a:xfrm>
          <a:prstGeom prst="rect">
            <a:avLst/>
          </a:prstGeom>
          <a:noFill/>
        </p:spPr>
        <p:txBody>
          <a:bodyPr wrap="none">
            <a:spAutoFit/>
          </a:bodyPr>
          <a:lstStyle/>
          <a:p>
            <a:r>
              <a:rPr lang="en-US" altLang="zh-CN" spc="300" dirty="0">
                <a:solidFill>
                  <a:schemeClr val="tx1">
                    <a:lumMod val="75000"/>
                    <a:lumOff val="25000"/>
                  </a:schemeClr>
                </a:solidFill>
              </a:rPr>
              <a:t>Background and significance</a:t>
            </a:r>
            <a:endParaRPr lang="en-US" altLang="zh-CN" spc="300" dirty="0">
              <a:solidFill>
                <a:schemeClr val="tx1">
                  <a:lumMod val="75000"/>
                  <a:lumOff val="25000"/>
                </a:schemeClr>
              </a:solidFill>
            </a:endParaRPr>
          </a:p>
        </p:txBody>
      </p:sp>
      <p:cxnSp>
        <p:nvCxnSpPr>
          <p:cNvPr id="120" name="直接连接符 119"/>
          <p:cNvCxnSpPr/>
          <p:nvPr/>
        </p:nvCxnSpPr>
        <p:spPr>
          <a:xfrm>
            <a:off x="5950760" y="3424015"/>
            <a:ext cx="4381500"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7380811" y="3758851"/>
            <a:ext cx="2268570" cy="1255665"/>
          </a:xfrm>
          <a:prstGeom prst="rect">
            <a:avLst/>
          </a:prstGeom>
          <a:noFill/>
        </p:spPr>
        <p:txBody>
          <a:bodyPr wrap="none" rtlCol="0">
            <a:spAutoFit/>
          </a:bodyPr>
          <a:lstStyle/>
          <a:p>
            <a:pPr marL="285750" indent="-285750">
              <a:lnSpc>
                <a:spcPct val="130000"/>
              </a:lnSpc>
              <a:buClr>
                <a:schemeClr val="accent1"/>
              </a:buClr>
              <a:buFont typeface="Wingdings" panose="05000000000000000000" pitchFamily="2" charset="2"/>
              <a:buChar char="n"/>
            </a:pPr>
            <a:r>
              <a:rPr lang="zh-CN" altLang="en-US" sz="2000" dirty="0"/>
              <a:t>研究背景</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国内外研究现状</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研究意义</a:t>
            </a:r>
            <a:endParaRPr lang="zh-CN" altLang="en-US" sz="2000" dirty="0"/>
          </a:p>
        </p:txBody>
      </p:sp>
      <p:grpSp>
        <p:nvGrpSpPr>
          <p:cNvPr id="126" name="组合 125"/>
          <p:cNvGrpSpPr/>
          <p:nvPr/>
        </p:nvGrpSpPr>
        <p:grpSpPr>
          <a:xfrm>
            <a:off x="11093753" y="6274833"/>
            <a:ext cx="723900" cy="326768"/>
            <a:chOff x="11093753" y="6274833"/>
            <a:chExt cx="723900" cy="326768"/>
          </a:xfrm>
        </p:grpSpPr>
        <p:sp>
          <p:nvSpPr>
            <p:cNvPr id="123" name="矩形: 圆角 122"/>
            <p:cNvSpPr/>
            <p:nvPr/>
          </p:nvSpPr>
          <p:spPr>
            <a:xfrm>
              <a:off x="11093753" y="6479280"/>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1340493" y="6274833"/>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研究背景</a:t>
            </a:r>
            <a:endParaRPr lang="zh-CN" altLang="en-US" dirty="0"/>
          </a:p>
        </p:txBody>
      </p:sp>
      <p:pic>
        <p:nvPicPr>
          <p:cNvPr id="19" name="图片 18"/>
          <p:cNvPicPr>
            <a:picLocks noChangeAspect="1"/>
          </p:cNvPicPr>
          <p:nvPr/>
        </p:nvPicPr>
        <p:blipFill>
          <a:blip r:embed="rId1">
            <a:extLst>
              <a:ext uri="{28A0092B-C50C-407E-A947-70E740481C1C}">
                <a14:useLocalDpi xmlns:a14="http://schemas.microsoft.com/office/drawing/2010/main" val="0"/>
              </a:ext>
            </a:extLst>
          </a:blip>
          <a:srcRect t="2303" b="2303"/>
          <a:stretch>
            <a:fillRect/>
          </a:stretch>
        </p:blipFill>
        <p:spPr>
          <a:xfrm>
            <a:off x="1116040" y="1405284"/>
            <a:ext cx="4528677" cy="1977887"/>
          </a:xfrm>
          <a:prstGeom prst="rect">
            <a:avLst/>
          </a:prstGeom>
        </p:spPr>
      </p:pic>
      <p:pic>
        <p:nvPicPr>
          <p:cNvPr id="21" name="图片 20"/>
          <p:cNvPicPr>
            <a:picLocks noChangeAspect="1"/>
          </p:cNvPicPr>
          <p:nvPr/>
        </p:nvPicPr>
        <p:blipFill>
          <a:blip r:embed="rId2">
            <a:extLst>
              <a:ext uri="{28A0092B-C50C-407E-A947-70E740481C1C}">
                <a14:useLocalDpi xmlns:a14="http://schemas.microsoft.com/office/drawing/2010/main" val="0"/>
              </a:ext>
            </a:extLst>
          </a:blip>
          <a:srcRect t="5142" b="5142"/>
          <a:stretch>
            <a:fillRect/>
          </a:stretch>
        </p:blipFill>
        <p:spPr>
          <a:xfrm>
            <a:off x="6325056" y="1405284"/>
            <a:ext cx="4750904" cy="1977887"/>
          </a:xfrm>
          <a:prstGeom prst="rect">
            <a:avLst/>
          </a:prstGeom>
        </p:spPr>
      </p:pic>
      <p:sp>
        <p:nvSpPr>
          <p:cNvPr id="22" name="文本框 21"/>
          <p:cNvSpPr txBox="1"/>
          <p:nvPr/>
        </p:nvSpPr>
        <p:spPr>
          <a:xfrm>
            <a:off x="1116040" y="3621710"/>
            <a:ext cx="4410117" cy="702949"/>
          </a:xfrm>
          <a:prstGeom prst="rect">
            <a:avLst/>
          </a:prstGeom>
          <a:noFill/>
        </p:spPr>
        <p:txBody>
          <a:bodyPr wrap="square" rtlCol="0">
            <a:spAutoFit/>
          </a:bodyPr>
          <a:lstStyle/>
          <a:p>
            <a:pPr marL="285750" indent="-285750">
              <a:lnSpc>
                <a:spcPct val="130000"/>
              </a:lnSpc>
              <a:buClr>
                <a:schemeClr val="accent1"/>
              </a:buClr>
              <a:buFont typeface="Arial" panose="020B0704020202020204" pitchFamily="34" charset="0"/>
              <a:buChar char="•"/>
            </a:pPr>
            <a:r>
              <a:rPr lang="zh-CN" altLang="en-US" sz="1600" dirty="0"/>
              <a:t>这里输入正文内容这里输入正文内容这里输入正文内容这里输入正文内容</a:t>
            </a:r>
            <a:endParaRPr lang="zh-CN" altLang="en-US" sz="1600" dirty="0"/>
          </a:p>
        </p:txBody>
      </p:sp>
      <p:sp>
        <p:nvSpPr>
          <p:cNvPr id="23" name="文本框 22"/>
          <p:cNvSpPr txBox="1"/>
          <p:nvPr/>
        </p:nvSpPr>
        <p:spPr>
          <a:xfrm>
            <a:off x="1116040" y="4490832"/>
            <a:ext cx="4410117" cy="702949"/>
          </a:xfrm>
          <a:prstGeom prst="rect">
            <a:avLst/>
          </a:prstGeom>
          <a:noFill/>
        </p:spPr>
        <p:txBody>
          <a:bodyPr wrap="square" rtlCol="0">
            <a:spAutoFit/>
          </a:bodyPr>
          <a:lstStyle/>
          <a:p>
            <a:pPr marL="285750" indent="-285750">
              <a:lnSpc>
                <a:spcPct val="130000"/>
              </a:lnSpc>
              <a:buClr>
                <a:schemeClr val="accent1"/>
              </a:buClr>
              <a:buFont typeface="Arial" panose="020B0704020202020204" pitchFamily="34" charset="0"/>
              <a:buChar char="•"/>
            </a:pPr>
            <a:r>
              <a:rPr lang="zh-CN" altLang="en-US" sz="1600" dirty="0"/>
              <a:t>这里输入正文内容这里输入正文内容这里输入正文内容这里输入正文内容</a:t>
            </a:r>
            <a:endParaRPr lang="zh-CN" altLang="en-US" sz="1600" dirty="0"/>
          </a:p>
        </p:txBody>
      </p:sp>
      <p:sp>
        <p:nvSpPr>
          <p:cNvPr id="25" name="文本框 24"/>
          <p:cNvSpPr txBox="1"/>
          <p:nvPr/>
        </p:nvSpPr>
        <p:spPr>
          <a:xfrm>
            <a:off x="6483171" y="3621710"/>
            <a:ext cx="4410117" cy="702949"/>
          </a:xfrm>
          <a:prstGeom prst="rect">
            <a:avLst/>
          </a:prstGeom>
          <a:noFill/>
        </p:spPr>
        <p:txBody>
          <a:bodyPr wrap="square" rtlCol="0">
            <a:spAutoFit/>
          </a:bodyPr>
          <a:lstStyle/>
          <a:p>
            <a:pPr marL="285750" indent="-285750">
              <a:lnSpc>
                <a:spcPct val="130000"/>
              </a:lnSpc>
              <a:buClr>
                <a:schemeClr val="accent1"/>
              </a:buClr>
              <a:buFont typeface="Arial" panose="020B0704020202020204" pitchFamily="34" charset="0"/>
              <a:buChar char="•"/>
            </a:pPr>
            <a:r>
              <a:rPr lang="zh-CN" altLang="en-US" sz="1600" dirty="0"/>
              <a:t>这里输入正文内容这里输入正文内容这里输入正文内容这里输入正文内容</a:t>
            </a:r>
            <a:endParaRPr lang="zh-CN" altLang="en-US" sz="1600" dirty="0"/>
          </a:p>
        </p:txBody>
      </p:sp>
      <p:sp>
        <p:nvSpPr>
          <p:cNvPr id="26" name="文本框 25"/>
          <p:cNvSpPr txBox="1"/>
          <p:nvPr/>
        </p:nvSpPr>
        <p:spPr>
          <a:xfrm>
            <a:off x="6483171" y="4490832"/>
            <a:ext cx="4410117" cy="702949"/>
          </a:xfrm>
          <a:prstGeom prst="rect">
            <a:avLst/>
          </a:prstGeom>
          <a:noFill/>
        </p:spPr>
        <p:txBody>
          <a:bodyPr wrap="square" rtlCol="0">
            <a:spAutoFit/>
          </a:bodyPr>
          <a:lstStyle/>
          <a:p>
            <a:pPr marL="285750" indent="-285750">
              <a:lnSpc>
                <a:spcPct val="130000"/>
              </a:lnSpc>
              <a:buClr>
                <a:schemeClr val="accent1"/>
              </a:buClr>
              <a:buFont typeface="Arial" panose="020B0704020202020204" pitchFamily="34" charset="0"/>
              <a:buChar char="•"/>
            </a:pPr>
            <a:r>
              <a:rPr lang="zh-CN" altLang="en-US" sz="1600" dirty="0"/>
              <a:t>这里输入正文内容这里输入正文内容这里输入正文内容这里输入正文内容</a:t>
            </a:r>
            <a:endParaRPr lang="zh-CN" altLang="en-US" sz="1600" dirty="0"/>
          </a:p>
        </p:txBody>
      </p:sp>
      <p:sp>
        <p:nvSpPr>
          <p:cNvPr id="28" name="矩形 27"/>
          <p:cNvSpPr/>
          <p:nvPr/>
        </p:nvSpPr>
        <p:spPr>
          <a:xfrm>
            <a:off x="685800" y="5585007"/>
            <a:ext cx="10820400" cy="7851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Clr>
                <a:schemeClr val="accent1"/>
              </a:buClr>
              <a:buFont typeface="Arial" panose="020B0704020202020204" pitchFamily="34" charset="0"/>
              <a:buChar char="•"/>
            </a:pPr>
            <a:r>
              <a:rPr lang="zh-CN" altLang="en-US" sz="2000" b="1" dirty="0">
                <a:latin typeface="+mj-ea"/>
                <a:ea typeface="+mj-ea"/>
              </a:rPr>
              <a:t>这里输入正文内容这里输入正文内容这里输入正文内容这里输入正文内容这里输入正文内容</a:t>
            </a:r>
            <a:endParaRPr lang="zh-CN" altLang="en-US" sz="2000" b="1" dirty="0">
              <a:latin typeface="+mj-ea"/>
              <a:ea typeface="+mj-ea"/>
            </a:endParaRPr>
          </a:p>
        </p:txBody>
      </p:sp>
      <p:sp>
        <p:nvSpPr>
          <p:cNvPr id="3" name="箭头: 右 2"/>
          <p:cNvSpPr/>
          <p:nvPr/>
        </p:nvSpPr>
        <p:spPr>
          <a:xfrm>
            <a:off x="9073651" y="496068"/>
            <a:ext cx="681381" cy="34781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国内外研究现状</a:t>
            </a:r>
            <a:endParaRPr lang="zh-CN" altLang="en-US" dirty="0"/>
          </a:p>
        </p:txBody>
      </p:sp>
      <p:sp>
        <p:nvSpPr>
          <p:cNvPr id="20" name="矩形: 圆角 19"/>
          <p:cNvSpPr/>
          <p:nvPr/>
        </p:nvSpPr>
        <p:spPr>
          <a:xfrm>
            <a:off x="6799418" y="1443273"/>
            <a:ext cx="4263779" cy="2844530"/>
          </a:xfrm>
          <a:prstGeom prst="roundRect">
            <a:avLst>
              <a:gd name="adj" fmla="val 53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21" name="矩形: 圆角 20"/>
          <p:cNvSpPr/>
          <p:nvPr/>
        </p:nvSpPr>
        <p:spPr>
          <a:xfrm>
            <a:off x="2369820" y="1443273"/>
            <a:ext cx="4263779" cy="2844530"/>
          </a:xfrm>
          <a:prstGeom prst="roundRect">
            <a:avLst>
              <a:gd name="adj" fmla="val 532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22" name="文本框 21"/>
          <p:cNvSpPr txBox="1"/>
          <p:nvPr/>
        </p:nvSpPr>
        <p:spPr>
          <a:xfrm>
            <a:off x="3639935" y="1704557"/>
            <a:ext cx="17235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mj-ea"/>
                <a:ea typeface="+mj-ea"/>
                <a:cs typeface="+mn-cs"/>
              </a:rPr>
              <a:t>国内研究现状</a:t>
            </a:r>
            <a:endParaRPr kumimoji="0" lang="zh-CN" altLang="en-US" sz="2000" b="1" i="0" u="none" strike="noStrike" kern="1200" cap="none" spc="0" normalizeH="0" baseline="0" noProof="0" dirty="0">
              <a:ln>
                <a:noFill/>
              </a:ln>
              <a:solidFill>
                <a:prstClr val="white"/>
              </a:solidFill>
              <a:effectLst/>
              <a:uLnTx/>
              <a:uFillTx/>
              <a:latin typeface="+mj-ea"/>
              <a:ea typeface="+mj-ea"/>
              <a:cs typeface="+mn-cs"/>
            </a:endParaRPr>
          </a:p>
        </p:txBody>
      </p:sp>
      <p:sp>
        <p:nvSpPr>
          <p:cNvPr id="23" name="文本框 22"/>
          <p:cNvSpPr txBox="1"/>
          <p:nvPr/>
        </p:nvSpPr>
        <p:spPr>
          <a:xfrm>
            <a:off x="8069533" y="1704557"/>
            <a:ext cx="17235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mj-ea"/>
                <a:ea typeface="+mj-ea"/>
                <a:cs typeface="+mn-cs"/>
              </a:rPr>
              <a:t>国外研究现状</a:t>
            </a:r>
            <a:endParaRPr kumimoji="0" lang="zh-CN" altLang="en-US" sz="2000" b="1" i="0" u="none" strike="noStrike" kern="1200" cap="none" spc="0" normalizeH="0" baseline="0" noProof="0" dirty="0">
              <a:ln>
                <a:noFill/>
              </a:ln>
              <a:solidFill>
                <a:prstClr val="white"/>
              </a:solidFill>
              <a:effectLst/>
              <a:uLnTx/>
              <a:uFillTx/>
              <a:latin typeface="+mj-ea"/>
              <a:ea typeface="+mj-ea"/>
              <a:cs typeface="+mn-cs"/>
            </a:endParaRPr>
          </a:p>
        </p:txBody>
      </p:sp>
      <p:sp>
        <p:nvSpPr>
          <p:cNvPr id="24" name="矩形: 圆角 23"/>
          <p:cNvSpPr/>
          <p:nvPr/>
        </p:nvSpPr>
        <p:spPr>
          <a:xfrm>
            <a:off x="874713" y="2295042"/>
            <a:ext cx="10442575" cy="3934951"/>
          </a:xfrm>
          <a:prstGeom prst="roundRect">
            <a:avLst>
              <a:gd name="adj" fmla="val 2858"/>
            </a:avLst>
          </a:prstGeom>
          <a:solidFill>
            <a:schemeClr val="bg1"/>
          </a:solidFill>
          <a:ln>
            <a:noFill/>
          </a:ln>
          <a:effectLst>
            <a:outerShdw blurRad="393700" sx="102000" sy="102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cxnSp>
        <p:nvCxnSpPr>
          <p:cNvPr id="31" name="直接连接符 30"/>
          <p:cNvCxnSpPr/>
          <p:nvPr/>
        </p:nvCxnSpPr>
        <p:spPr>
          <a:xfrm>
            <a:off x="1191737" y="3566362"/>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191737" y="4746431"/>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1306037" y="2771859"/>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方向</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36" name="文本框 35"/>
          <p:cNvSpPr txBox="1"/>
          <p:nvPr/>
        </p:nvSpPr>
        <p:spPr>
          <a:xfrm>
            <a:off x="2692450" y="2620440"/>
            <a:ext cx="3618518" cy="702949"/>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37" name="文本框 36"/>
          <p:cNvSpPr txBox="1"/>
          <p:nvPr/>
        </p:nvSpPr>
        <p:spPr>
          <a:xfrm>
            <a:off x="7122048" y="2620440"/>
            <a:ext cx="3618518" cy="702949"/>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30" name="文本框 29"/>
          <p:cNvSpPr txBox="1"/>
          <p:nvPr/>
        </p:nvSpPr>
        <p:spPr>
          <a:xfrm>
            <a:off x="1286077" y="3956341"/>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热点</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38" name="文本框 37"/>
          <p:cNvSpPr txBox="1"/>
          <p:nvPr/>
        </p:nvSpPr>
        <p:spPr>
          <a:xfrm>
            <a:off x="2692450" y="3800509"/>
            <a:ext cx="3618518" cy="702949"/>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39" name="文本框 38"/>
          <p:cNvSpPr txBox="1"/>
          <p:nvPr/>
        </p:nvSpPr>
        <p:spPr>
          <a:xfrm>
            <a:off x="7122048" y="3800509"/>
            <a:ext cx="3618518" cy="702949"/>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35" name="文本框 34"/>
          <p:cNvSpPr txBox="1"/>
          <p:nvPr/>
        </p:nvSpPr>
        <p:spPr>
          <a:xfrm>
            <a:off x="1286077" y="5136410"/>
            <a:ext cx="69762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应用</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40" name="文本框 39"/>
          <p:cNvSpPr txBox="1"/>
          <p:nvPr/>
        </p:nvSpPr>
        <p:spPr>
          <a:xfrm>
            <a:off x="2692450" y="4980578"/>
            <a:ext cx="3618518" cy="702949"/>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41" name="文本框 40"/>
          <p:cNvSpPr txBox="1"/>
          <p:nvPr/>
        </p:nvSpPr>
        <p:spPr>
          <a:xfrm>
            <a:off x="7122048" y="4980578"/>
            <a:ext cx="3618518" cy="702949"/>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研究意义</a:t>
            </a:r>
            <a:endParaRPr lang="zh-CN" altLang="en-US" dirty="0"/>
          </a:p>
        </p:txBody>
      </p:sp>
      <p:sp>
        <p:nvSpPr>
          <p:cNvPr id="3" name="矩形: 圆角 2"/>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4" name="矩形: 圆顶角 3"/>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5" name="文本框 4"/>
          <p:cNvSpPr txBox="1"/>
          <p:nvPr/>
        </p:nvSpPr>
        <p:spPr>
          <a:xfrm>
            <a:off x="1301406" y="2203930"/>
            <a:ext cx="1980029" cy="400110"/>
          </a:xfrm>
          <a:prstGeom prst="rect">
            <a:avLst/>
          </a:prstGeom>
          <a:noFill/>
        </p:spPr>
        <p:txBody>
          <a:bodyPr wrap="none" rtlCol="0">
            <a:spAutoFit/>
          </a:bodyPr>
          <a:lstStyle/>
          <a:p>
            <a:r>
              <a:rPr lang="zh-CN" altLang="en-US" sz="2000" b="1" dirty="0">
                <a:solidFill>
                  <a:schemeClr val="accent1"/>
                </a:solidFill>
                <a:latin typeface="+mj-ea"/>
                <a:ea typeface="+mj-ea"/>
              </a:rPr>
              <a:t>这里输入小标题</a:t>
            </a:r>
            <a:endParaRPr lang="zh-CN" altLang="en-US" sz="2000" b="1" dirty="0">
              <a:solidFill>
                <a:schemeClr val="accent1"/>
              </a:solidFill>
              <a:latin typeface="+mj-ea"/>
              <a:ea typeface="+mj-ea"/>
            </a:endParaRPr>
          </a:p>
        </p:txBody>
      </p:sp>
      <p:sp>
        <p:nvSpPr>
          <p:cNvPr id="6" name="文本框 5"/>
          <p:cNvSpPr txBox="1"/>
          <p:nvPr/>
        </p:nvSpPr>
        <p:spPr>
          <a:xfrm>
            <a:off x="926195" y="2887501"/>
            <a:ext cx="2730450"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7" name="文本框 6"/>
          <p:cNvSpPr txBox="1"/>
          <p:nvPr/>
        </p:nvSpPr>
        <p:spPr>
          <a:xfrm>
            <a:off x="926195" y="4065459"/>
            <a:ext cx="2730450"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8" name="文本框 7"/>
          <p:cNvSpPr txBox="1"/>
          <p:nvPr/>
        </p:nvSpPr>
        <p:spPr>
          <a:xfrm>
            <a:off x="31931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endParaRPr lang="zh-CN" altLang="en-US" sz="3600" b="1" dirty="0">
              <a:ln>
                <a:gradFill flip="none" rotWithShape="1">
                  <a:gsLst>
                    <a:gs pos="0">
                      <a:schemeClr val="bg1"/>
                    </a:gs>
                    <a:gs pos="100000">
                      <a:schemeClr val="accent1"/>
                    </a:gs>
                  </a:gsLst>
                  <a:lin ang="16200000" scaled="1"/>
                  <a:tileRect/>
                </a:gradFill>
              </a:ln>
              <a:noFill/>
              <a:latin typeface="+mj-ea"/>
              <a:ea typeface="+mj-ea"/>
            </a:endParaRPr>
          </a:p>
        </p:txBody>
      </p:sp>
      <p:sp>
        <p:nvSpPr>
          <p:cNvPr id="11" name="矩形: 圆角 10"/>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2" name="矩形: 圆顶角 11"/>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3" name="文本框 12"/>
          <p:cNvSpPr txBox="1"/>
          <p:nvPr/>
        </p:nvSpPr>
        <p:spPr>
          <a:xfrm>
            <a:off x="5086006" y="2203930"/>
            <a:ext cx="1980029" cy="40011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这里输入小标题</a:t>
            </a:r>
            <a:endParaRPr lang="zh-CN" altLang="en-US" sz="2000" b="1" dirty="0">
              <a:solidFill>
                <a:schemeClr val="bg1">
                  <a:lumMod val="50000"/>
                </a:schemeClr>
              </a:solidFill>
              <a:latin typeface="+mj-ea"/>
              <a:ea typeface="+mj-ea"/>
            </a:endParaRPr>
          </a:p>
        </p:txBody>
      </p:sp>
      <p:sp>
        <p:nvSpPr>
          <p:cNvPr id="14" name="文本框 13"/>
          <p:cNvSpPr txBox="1"/>
          <p:nvPr/>
        </p:nvSpPr>
        <p:spPr>
          <a:xfrm>
            <a:off x="4710795" y="2887501"/>
            <a:ext cx="2730450"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15" name="文本框 14"/>
          <p:cNvSpPr txBox="1"/>
          <p:nvPr/>
        </p:nvSpPr>
        <p:spPr>
          <a:xfrm>
            <a:off x="4710795" y="4065459"/>
            <a:ext cx="2730450"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17" name="文本框 16"/>
          <p:cNvSpPr txBox="1"/>
          <p:nvPr/>
        </p:nvSpPr>
        <p:spPr>
          <a:xfrm>
            <a:off x="69777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endParaRPr lang="zh-CN" altLang="en-US" sz="3600" b="1" dirty="0">
              <a:ln>
                <a:gradFill flip="none" rotWithShape="1">
                  <a:gsLst>
                    <a:gs pos="0">
                      <a:schemeClr val="bg1"/>
                    </a:gs>
                    <a:gs pos="100000">
                      <a:schemeClr val="accent1"/>
                    </a:gs>
                  </a:gsLst>
                  <a:lin ang="16200000" scaled="1"/>
                  <a:tileRect/>
                </a:gradFill>
              </a:ln>
              <a:noFill/>
              <a:latin typeface="+mj-ea"/>
              <a:ea typeface="+mj-ea"/>
            </a:endParaRPr>
          </a:p>
        </p:txBody>
      </p:sp>
      <p:sp>
        <p:nvSpPr>
          <p:cNvPr id="19" name="矩形: 圆角 18"/>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20" name="矩形: 圆顶角 19"/>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1" name="文本框 20"/>
          <p:cNvSpPr txBox="1"/>
          <p:nvPr/>
        </p:nvSpPr>
        <p:spPr>
          <a:xfrm>
            <a:off x="8870606" y="2203930"/>
            <a:ext cx="1980029" cy="40011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这里输入小标题</a:t>
            </a:r>
            <a:endParaRPr lang="zh-CN" altLang="en-US" sz="2000" b="1" dirty="0">
              <a:solidFill>
                <a:schemeClr val="accent1">
                  <a:lumMod val="60000"/>
                  <a:lumOff val="40000"/>
                </a:schemeClr>
              </a:solidFill>
              <a:latin typeface="+mj-ea"/>
              <a:ea typeface="+mj-ea"/>
            </a:endParaRPr>
          </a:p>
        </p:txBody>
      </p:sp>
      <p:sp>
        <p:nvSpPr>
          <p:cNvPr id="22" name="文本框 21"/>
          <p:cNvSpPr txBox="1"/>
          <p:nvPr/>
        </p:nvSpPr>
        <p:spPr>
          <a:xfrm>
            <a:off x="8495395" y="2887501"/>
            <a:ext cx="2730450"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23" name="文本框 22"/>
          <p:cNvSpPr txBox="1"/>
          <p:nvPr/>
        </p:nvSpPr>
        <p:spPr>
          <a:xfrm>
            <a:off x="8495395" y="4065459"/>
            <a:ext cx="2730450"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24" name="文本框 23"/>
          <p:cNvSpPr txBox="1"/>
          <p:nvPr/>
        </p:nvSpPr>
        <p:spPr>
          <a:xfrm>
            <a:off x="107623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endParaRPr lang="zh-CN" altLang="en-US" sz="3600" b="1" dirty="0">
              <a:ln>
                <a:gradFill flip="none" rotWithShape="1">
                  <a:gsLst>
                    <a:gs pos="0">
                      <a:schemeClr val="bg1"/>
                    </a:gs>
                    <a:gs pos="100000">
                      <a:schemeClr val="accent1"/>
                    </a:gs>
                  </a:gsLst>
                  <a:lin ang="16200000" scaled="1"/>
                  <a:tileRect/>
                </a:gradFill>
              </a:ln>
              <a:noFill/>
              <a:latin typeface="+mj-ea"/>
              <a:ea typeface="+mj-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095500" y="2336800"/>
            <a:ext cx="2184400" cy="21844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2252301" y="2493601"/>
            <a:ext cx="1870798" cy="1870798"/>
          </a:xfrm>
          <a:prstGeom prst="ellipse">
            <a:avLst/>
          </a:prstGeom>
          <a:gradFill flip="none" rotWithShape="1">
            <a:gsLst>
              <a:gs pos="0">
                <a:schemeClr val="accent1"/>
              </a:gs>
              <a:gs pos="100000">
                <a:schemeClr val="accent1">
                  <a:lumMod val="88000"/>
                  <a:lumOff val="12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430120" y="2705725"/>
            <a:ext cx="1515158" cy="1446550"/>
          </a:xfrm>
          <a:prstGeom prst="rect">
            <a:avLst/>
          </a:prstGeom>
          <a:noFill/>
        </p:spPr>
        <p:txBody>
          <a:bodyPr wrap="none" rtlCol="0">
            <a:spAutoFit/>
          </a:bodyPr>
          <a:lstStyle/>
          <a:p>
            <a:pPr algn="ctr"/>
            <a:r>
              <a:rPr lang="en-US" altLang="zh-CN" sz="8800" b="1" dirty="0">
                <a:solidFill>
                  <a:schemeClr val="bg1"/>
                </a:solidFill>
                <a:latin typeface="思源黑体 CN" panose="020B0800000000000000" pitchFamily="34" charset="-122"/>
                <a:ea typeface="+mj-ea"/>
              </a:rPr>
              <a:t>02</a:t>
            </a:r>
            <a:endParaRPr lang="zh-CN" altLang="en-US" sz="8800" b="1" dirty="0">
              <a:solidFill>
                <a:schemeClr val="bg1"/>
              </a:solidFill>
              <a:latin typeface="思源黑体 CN" panose="020B0800000000000000" pitchFamily="34" charset="-122"/>
              <a:ea typeface="+mj-ea"/>
            </a:endParaRPr>
          </a:p>
        </p:txBody>
      </p:sp>
      <p:sp>
        <p:nvSpPr>
          <p:cNvPr id="109" name="文本框 108"/>
          <p:cNvSpPr txBox="1"/>
          <p:nvPr/>
        </p:nvSpPr>
        <p:spPr>
          <a:xfrm>
            <a:off x="482861" y="1081883"/>
            <a:ext cx="1200329" cy="4694234"/>
          </a:xfrm>
          <a:prstGeom prst="rect">
            <a:avLst/>
          </a:prstGeom>
          <a:noFill/>
        </p:spPr>
        <p:txBody>
          <a:bodyPr vert="eaVert" wrap="none" rtlCol="0">
            <a:spAutoFit/>
          </a:bodyPr>
          <a:lstStyle/>
          <a:p>
            <a:pPr algn="ctr"/>
            <a:r>
              <a:rPr lang="en-US" altLang="zh-CN" sz="6600" b="1" spc="300" dirty="0">
                <a:ln>
                  <a:solidFill>
                    <a:schemeClr val="bg1"/>
                  </a:solidFill>
                </a:ln>
                <a:noFill/>
                <a:latin typeface="思源黑体 CN" panose="020B0800000000000000" pitchFamily="34" charset="-122"/>
              </a:rPr>
              <a:t>PART TWO</a:t>
            </a:r>
            <a:endParaRPr lang="zh-CN" altLang="en-US" sz="6600" b="1" spc="300" dirty="0">
              <a:ln>
                <a:solidFill>
                  <a:schemeClr val="bg1"/>
                </a:solidFill>
              </a:ln>
              <a:noFill/>
              <a:latin typeface="思源黑体 CN" panose="020B0800000000000000" pitchFamily="34" charset="-122"/>
            </a:endParaRPr>
          </a:p>
        </p:txBody>
      </p:sp>
      <p:sp>
        <p:nvSpPr>
          <p:cNvPr id="113" name="文本框 112"/>
          <p:cNvSpPr txBox="1"/>
          <p:nvPr/>
        </p:nvSpPr>
        <p:spPr>
          <a:xfrm>
            <a:off x="5928490" y="2243595"/>
            <a:ext cx="4403770" cy="769441"/>
          </a:xfrm>
          <a:prstGeom prst="rect">
            <a:avLst/>
          </a:prstGeom>
          <a:noFill/>
        </p:spPr>
        <p:txBody>
          <a:bodyPr wrap="none" rtlCol="0" anchor="ctr">
            <a:spAutoFit/>
          </a:bodyPr>
          <a:lstStyle/>
          <a:p>
            <a:pPr lvl="0">
              <a:buSzPct val="100000"/>
              <a:defRPr/>
            </a:pPr>
            <a:r>
              <a:rPr lang="zh-CN" altLang="en-US" sz="4400" b="1" spc="300" noProof="1">
                <a:solidFill>
                  <a:schemeClr val="accent1"/>
                </a:solidFill>
                <a:latin typeface="+mj-ea"/>
                <a:ea typeface="+mj-ea"/>
              </a:rPr>
              <a:t>研究内容与目的</a:t>
            </a:r>
            <a:endParaRPr lang="zh-CN" altLang="en-US" sz="4400" b="1" spc="300" noProof="1">
              <a:solidFill>
                <a:schemeClr val="accent1"/>
              </a:solidFill>
              <a:latin typeface="+mj-ea"/>
              <a:ea typeface="+mj-ea"/>
            </a:endParaRPr>
          </a:p>
        </p:txBody>
      </p:sp>
      <p:sp>
        <p:nvSpPr>
          <p:cNvPr id="117" name="文本框 116"/>
          <p:cNvSpPr txBox="1"/>
          <p:nvPr/>
        </p:nvSpPr>
        <p:spPr>
          <a:xfrm>
            <a:off x="5928490" y="2989410"/>
            <a:ext cx="3140603" cy="369332"/>
          </a:xfrm>
          <a:prstGeom prst="rect">
            <a:avLst/>
          </a:prstGeom>
          <a:noFill/>
        </p:spPr>
        <p:txBody>
          <a:bodyPr wrap="none">
            <a:spAutoFit/>
          </a:bodyPr>
          <a:lstStyle/>
          <a:p>
            <a:r>
              <a:rPr lang="en-US" altLang="zh-CN" spc="300" dirty="0">
                <a:solidFill>
                  <a:schemeClr val="tx1">
                    <a:lumMod val="75000"/>
                    <a:lumOff val="25000"/>
                  </a:schemeClr>
                </a:solidFill>
              </a:rPr>
              <a:t>Content and purpose</a:t>
            </a:r>
            <a:endParaRPr lang="en-US" altLang="zh-CN" spc="300" dirty="0">
              <a:solidFill>
                <a:schemeClr val="tx1">
                  <a:lumMod val="75000"/>
                  <a:lumOff val="25000"/>
                </a:schemeClr>
              </a:solidFill>
            </a:endParaRPr>
          </a:p>
        </p:txBody>
      </p:sp>
      <p:cxnSp>
        <p:nvCxnSpPr>
          <p:cNvPr id="120" name="直接连接符 119"/>
          <p:cNvCxnSpPr/>
          <p:nvPr/>
        </p:nvCxnSpPr>
        <p:spPr>
          <a:xfrm>
            <a:off x="5950760" y="3424015"/>
            <a:ext cx="4381500"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7380811" y="3758851"/>
            <a:ext cx="2012089" cy="1255665"/>
          </a:xfrm>
          <a:prstGeom prst="rect">
            <a:avLst/>
          </a:prstGeom>
          <a:noFill/>
        </p:spPr>
        <p:txBody>
          <a:bodyPr wrap="none" rtlCol="0">
            <a:spAutoFit/>
          </a:bodyPr>
          <a:lstStyle/>
          <a:p>
            <a:pPr marL="285750" indent="-285750">
              <a:lnSpc>
                <a:spcPct val="130000"/>
              </a:lnSpc>
              <a:buClr>
                <a:schemeClr val="accent1"/>
              </a:buClr>
              <a:buFont typeface="Wingdings" panose="05000000000000000000" pitchFamily="2" charset="2"/>
              <a:buChar char="n"/>
            </a:pPr>
            <a:r>
              <a:rPr lang="zh-CN" altLang="en-US" sz="2000" dirty="0"/>
              <a:t>主要研究内容</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研究目的</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论文框架</a:t>
            </a:r>
            <a:endParaRPr lang="zh-CN" altLang="en-US" sz="2000" dirty="0"/>
          </a:p>
        </p:txBody>
      </p:sp>
      <p:grpSp>
        <p:nvGrpSpPr>
          <p:cNvPr id="126" name="组合 125"/>
          <p:cNvGrpSpPr/>
          <p:nvPr/>
        </p:nvGrpSpPr>
        <p:grpSpPr>
          <a:xfrm>
            <a:off x="11093753" y="6274833"/>
            <a:ext cx="723900" cy="326768"/>
            <a:chOff x="11093753" y="6274833"/>
            <a:chExt cx="723900" cy="326768"/>
          </a:xfrm>
        </p:grpSpPr>
        <p:sp>
          <p:nvSpPr>
            <p:cNvPr id="123" name="矩形: 圆角 122"/>
            <p:cNvSpPr/>
            <p:nvPr/>
          </p:nvSpPr>
          <p:spPr>
            <a:xfrm>
              <a:off x="11093753" y="6479280"/>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1340493" y="6274833"/>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主要研究内容</a:t>
            </a:r>
            <a:endParaRPr lang="zh-CN" altLang="en-US" dirty="0"/>
          </a:p>
        </p:txBody>
      </p:sp>
      <p:sp>
        <p:nvSpPr>
          <p:cNvPr id="3" name="矩形: 圆角 2"/>
          <p:cNvSpPr/>
          <p:nvPr/>
        </p:nvSpPr>
        <p:spPr>
          <a:xfrm>
            <a:off x="1857149" y="1511301"/>
            <a:ext cx="8966200" cy="1206500"/>
          </a:xfrm>
          <a:prstGeom prst="roundRect">
            <a:avLst>
              <a:gd name="adj" fmla="val 50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对角圆角 1"/>
          <p:cNvSpPr/>
          <p:nvPr/>
        </p:nvSpPr>
        <p:spPr>
          <a:xfrm flipH="1">
            <a:off x="1368651" y="1511300"/>
            <a:ext cx="1714501" cy="1206501"/>
          </a:xfrm>
          <a:prstGeom prst="round2DiagRect">
            <a:avLst>
              <a:gd name="adj1" fmla="val 43694"/>
              <a:gd name="adj2" fmla="val 0"/>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mj-ea"/>
                <a:ea typeface="+mj-ea"/>
              </a:rPr>
              <a:t>01</a:t>
            </a:r>
            <a:endParaRPr lang="zh-CN" altLang="en-US" sz="3600" b="1" dirty="0">
              <a:latin typeface="+mj-ea"/>
              <a:ea typeface="+mj-ea"/>
            </a:endParaRPr>
          </a:p>
        </p:txBody>
      </p:sp>
      <p:sp>
        <p:nvSpPr>
          <p:cNvPr id="14" name="文本框 13"/>
          <p:cNvSpPr txBox="1"/>
          <p:nvPr/>
        </p:nvSpPr>
        <p:spPr>
          <a:xfrm>
            <a:off x="3417887" y="1923119"/>
            <a:ext cx="6795405" cy="382862"/>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15" name="矩形: 圆角 14"/>
          <p:cNvSpPr/>
          <p:nvPr/>
        </p:nvSpPr>
        <p:spPr>
          <a:xfrm>
            <a:off x="1857149" y="3251201"/>
            <a:ext cx="8966200" cy="1206500"/>
          </a:xfrm>
          <a:prstGeom prst="roundRect">
            <a:avLst>
              <a:gd name="adj" fmla="val 50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对角圆角 16"/>
          <p:cNvSpPr/>
          <p:nvPr/>
        </p:nvSpPr>
        <p:spPr>
          <a:xfrm flipH="1">
            <a:off x="1368651" y="3251200"/>
            <a:ext cx="1714501" cy="1206501"/>
          </a:xfrm>
          <a:prstGeom prst="round2DiagRect">
            <a:avLst>
              <a:gd name="adj1" fmla="val 43694"/>
              <a:gd name="adj2" fmla="val 0"/>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mj-ea"/>
                <a:ea typeface="+mj-ea"/>
              </a:rPr>
              <a:t>02</a:t>
            </a:r>
            <a:endParaRPr lang="zh-CN" altLang="en-US" sz="3600" b="1" dirty="0">
              <a:latin typeface="+mj-ea"/>
              <a:ea typeface="+mj-ea"/>
            </a:endParaRPr>
          </a:p>
        </p:txBody>
      </p:sp>
      <p:sp>
        <p:nvSpPr>
          <p:cNvPr id="18" name="文本框 17"/>
          <p:cNvSpPr txBox="1"/>
          <p:nvPr/>
        </p:nvSpPr>
        <p:spPr>
          <a:xfrm>
            <a:off x="3417887" y="3663019"/>
            <a:ext cx="6795405" cy="382862"/>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
        <p:nvSpPr>
          <p:cNvPr id="19" name="矩形: 圆角 18"/>
          <p:cNvSpPr/>
          <p:nvPr/>
        </p:nvSpPr>
        <p:spPr>
          <a:xfrm>
            <a:off x="1857149" y="4991101"/>
            <a:ext cx="8966200" cy="1206500"/>
          </a:xfrm>
          <a:prstGeom prst="roundRect">
            <a:avLst>
              <a:gd name="adj" fmla="val 50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对角圆角 19"/>
          <p:cNvSpPr/>
          <p:nvPr/>
        </p:nvSpPr>
        <p:spPr>
          <a:xfrm flipH="1">
            <a:off x="1368651" y="4991100"/>
            <a:ext cx="1714501" cy="1206501"/>
          </a:xfrm>
          <a:prstGeom prst="round2DiagRect">
            <a:avLst>
              <a:gd name="adj1" fmla="val 43694"/>
              <a:gd name="adj2" fmla="val 0"/>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latin typeface="+mj-ea"/>
                <a:ea typeface="+mj-ea"/>
              </a:rPr>
              <a:t>03</a:t>
            </a:r>
            <a:endParaRPr lang="zh-CN" altLang="en-US" sz="3600" b="1" dirty="0">
              <a:latin typeface="+mj-ea"/>
              <a:ea typeface="+mj-ea"/>
            </a:endParaRPr>
          </a:p>
        </p:txBody>
      </p:sp>
      <p:sp>
        <p:nvSpPr>
          <p:cNvPr id="21" name="文本框 20"/>
          <p:cNvSpPr txBox="1"/>
          <p:nvPr/>
        </p:nvSpPr>
        <p:spPr>
          <a:xfrm>
            <a:off x="3417887" y="5402919"/>
            <a:ext cx="6795405" cy="382862"/>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a:t>
            </a:r>
            <a:endParaRPr lang="zh-CN" alt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研究目的</a:t>
            </a:r>
            <a:endParaRPr lang="zh-CN" altLang="en-US" dirty="0"/>
          </a:p>
        </p:txBody>
      </p:sp>
      <p:sp>
        <p:nvSpPr>
          <p:cNvPr id="2" name="矩形 1"/>
          <p:cNvSpPr/>
          <p:nvPr/>
        </p:nvSpPr>
        <p:spPr>
          <a:xfrm>
            <a:off x="3717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144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01</a:t>
            </a:r>
            <a:endParaRPr lang="zh-CN" altLang="en-US" sz="2000" b="1" dirty="0">
              <a:latin typeface="+mj-ea"/>
              <a:ea typeface="+mj-ea"/>
            </a:endParaRPr>
          </a:p>
        </p:txBody>
      </p:sp>
      <p:sp>
        <p:nvSpPr>
          <p:cNvPr id="13" name="文本框 12"/>
          <p:cNvSpPr txBox="1"/>
          <p:nvPr/>
        </p:nvSpPr>
        <p:spPr>
          <a:xfrm>
            <a:off x="471260" y="325779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14" name="文本框 13"/>
          <p:cNvSpPr txBox="1"/>
          <p:nvPr/>
        </p:nvSpPr>
        <p:spPr>
          <a:xfrm>
            <a:off x="1071106" y="2727509"/>
            <a:ext cx="1210588" cy="400110"/>
          </a:xfrm>
          <a:prstGeom prst="rect">
            <a:avLst/>
          </a:prstGeom>
          <a:noFill/>
        </p:spPr>
        <p:txBody>
          <a:bodyPr wrap="none" rtlCol="0">
            <a:spAutoFit/>
          </a:bodyPr>
          <a:lstStyle/>
          <a:p>
            <a:pPr algn="ctr"/>
            <a:r>
              <a:rPr lang="zh-CN" altLang="en-US" sz="2000" b="1" dirty="0">
                <a:solidFill>
                  <a:schemeClr val="accent1"/>
                </a:solidFill>
                <a:latin typeface="+mj-ea"/>
                <a:ea typeface="+mj-ea"/>
              </a:rPr>
              <a:t>研究目的</a:t>
            </a:r>
            <a:endParaRPr lang="zh-CN" altLang="en-US" sz="2000" b="1" dirty="0">
              <a:solidFill>
                <a:schemeClr val="accent1"/>
              </a:solidFill>
              <a:latin typeface="+mj-ea"/>
              <a:ea typeface="+mj-ea"/>
            </a:endParaRPr>
          </a:p>
        </p:txBody>
      </p:sp>
      <p:sp>
        <p:nvSpPr>
          <p:cNvPr id="15" name="矩形 14"/>
          <p:cNvSpPr/>
          <p:nvPr/>
        </p:nvSpPr>
        <p:spPr>
          <a:xfrm>
            <a:off x="33181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2608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02</a:t>
            </a:r>
            <a:endParaRPr lang="zh-CN" altLang="en-US" sz="2000" b="1" dirty="0">
              <a:latin typeface="+mj-ea"/>
              <a:ea typeface="+mj-ea"/>
            </a:endParaRPr>
          </a:p>
        </p:txBody>
      </p:sp>
      <p:sp>
        <p:nvSpPr>
          <p:cNvPr id="18" name="文本框 17"/>
          <p:cNvSpPr txBox="1"/>
          <p:nvPr/>
        </p:nvSpPr>
        <p:spPr>
          <a:xfrm>
            <a:off x="3417660" y="388644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19" name="文本框 18"/>
          <p:cNvSpPr txBox="1"/>
          <p:nvPr/>
        </p:nvSpPr>
        <p:spPr>
          <a:xfrm>
            <a:off x="4017506" y="3356159"/>
            <a:ext cx="1210588" cy="400110"/>
          </a:xfrm>
          <a:prstGeom prst="rect">
            <a:avLst/>
          </a:prstGeom>
          <a:noFill/>
        </p:spPr>
        <p:txBody>
          <a:bodyPr wrap="none" rtlCol="0">
            <a:spAutoFit/>
          </a:bodyPr>
          <a:lstStyle/>
          <a:p>
            <a:pPr algn="ctr"/>
            <a:r>
              <a:rPr lang="zh-CN" altLang="en-US" sz="2000" b="1" dirty="0">
                <a:solidFill>
                  <a:schemeClr val="accent1"/>
                </a:solidFill>
                <a:latin typeface="+mj-ea"/>
                <a:ea typeface="+mj-ea"/>
              </a:rPr>
              <a:t>研究目的</a:t>
            </a:r>
            <a:endParaRPr lang="zh-CN" altLang="en-US" sz="2000" b="1" dirty="0">
              <a:solidFill>
                <a:schemeClr val="accent1"/>
              </a:solidFill>
              <a:latin typeface="+mj-ea"/>
              <a:ea typeface="+mj-ea"/>
            </a:endParaRPr>
          </a:p>
        </p:txBody>
      </p:sp>
      <p:sp>
        <p:nvSpPr>
          <p:cNvPr id="20" name="矩形 19"/>
          <p:cNvSpPr/>
          <p:nvPr/>
        </p:nvSpPr>
        <p:spPr>
          <a:xfrm>
            <a:off x="62645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72072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03</a:t>
            </a:r>
            <a:endParaRPr lang="zh-CN" altLang="en-US" sz="2000" b="1" dirty="0">
              <a:latin typeface="+mj-ea"/>
              <a:ea typeface="+mj-ea"/>
            </a:endParaRPr>
          </a:p>
        </p:txBody>
      </p:sp>
      <p:sp>
        <p:nvSpPr>
          <p:cNvPr id="22" name="文本框 21"/>
          <p:cNvSpPr txBox="1"/>
          <p:nvPr/>
        </p:nvSpPr>
        <p:spPr>
          <a:xfrm>
            <a:off x="6364060" y="325779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23" name="文本框 22"/>
          <p:cNvSpPr txBox="1"/>
          <p:nvPr/>
        </p:nvSpPr>
        <p:spPr>
          <a:xfrm>
            <a:off x="6963906" y="2727509"/>
            <a:ext cx="1210588" cy="400110"/>
          </a:xfrm>
          <a:prstGeom prst="rect">
            <a:avLst/>
          </a:prstGeom>
          <a:noFill/>
        </p:spPr>
        <p:txBody>
          <a:bodyPr wrap="none" rtlCol="0">
            <a:spAutoFit/>
          </a:bodyPr>
          <a:lstStyle/>
          <a:p>
            <a:pPr algn="ctr"/>
            <a:r>
              <a:rPr lang="zh-CN" altLang="en-US" sz="2000" b="1" dirty="0">
                <a:solidFill>
                  <a:schemeClr val="accent1"/>
                </a:solidFill>
                <a:latin typeface="+mj-ea"/>
                <a:ea typeface="+mj-ea"/>
              </a:rPr>
              <a:t>研究目的</a:t>
            </a:r>
            <a:endParaRPr lang="zh-CN" altLang="en-US" sz="2000" b="1" dirty="0">
              <a:solidFill>
                <a:schemeClr val="accent1"/>
              </a:solidFill>
              <a:latin typeface="+mj-ea"/>
              <a:ea typeface="+mj-ea"/>
            </a:endParaRPr>
          </a:p>
        </p:txBody>
      </p:sp>
      <p:sp>
        <p:nvSpPr>
          <p:cNvPr id="24" name="矩形 23"/>
          <p:cNvSpPr/>
          <p:nvPr/>
        </p:nvSpPr>
        <p:spPr>
          <a:xfrm>
            <a:off x="92109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01536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04</a:t>
            </a:r>
            <a:endParaRPr lang="zh-CN" altLang="en-US" sz="2000" b="1" dirty="0">
              <a:latin typeface="+mj-ea"/>
              <a:ea typeface="+mj-ea"/>
            </a:endParaRPr>
          </a:p>
        </p:txBody>
      </p:sp>
      <p:sp>
        <p:nvSpPr>
          <p:cNvPr id="26" name="文本框 25"/>
          <p:cNvSpPr txBox="1"/>
          <p:nvPr/>
        </p:nvSpPr>
        <p:spPr>
          <a:xfrm>
            <a:off x="9310460" y="388644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27" name="文本框 26"/>
          <p:cNvSpPr txBox="1"/>
          <p:nvPr/>
        </p:nvSpPr>
        <p:spPr>
          <a:xfrm>
            <a:off x="9910306" y="3356159"/>
            <a:ext cx="1210588" cy="400110"/>
          </a:xfrm>
          <a:prstGeom prst="rect">
            <a:avLst/>
          </a:prstGeom>
          <a:noFill/>
        </p:spPr>
        <p:txBody>
          <a:bodyPr wrap="none" rtlCol="0">
            <a:spAutoFit/>
          </a:bodyPr>
          <a:lstStyle/>
          <a:p>
            <a:pPr algn="ctr"/>
            <a:r>
              <a:rPr lang="zh-CN" altLang="en-US" sz="2000" b="1" dirty="0">
                <a:solidFill>
                  <a:schemeClr val="accent1"/>
                </a:solidFill>
                <a:latin typeface="+mj-ea"/>
                <a:ea typeface="+mj-ea"/>
              </a:rPr>
              <a:t>研究目的</a:t>
            </a:r>
            <a:endParaRPr lang="zh-CN" altLang="en-US" sz="2000" b="1" dirty="0">
              <a:solidFill>
                <a:schemeClr val="accent1"/>
              </a:solidFill>
              <a:latin typeface="+mj-ea"/>
              <a:ea typeface="+mj-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论文框架</a:t>
            </a:r>
            <a:endParaRPr lang="zh-CN" altLang="en-US" dirty="0"/>
          </a:p>
        </p:txBody>
      </p:sp>
      <p:cxnSp>
        <p:nvCxnSpPr>
          <p:cNvPr id="3" name="直接连接符 2"/>
          <p:cNvCxnSpPr/>
          <p:nvPr/>
        </p:nvCxnSpPr>
        <p:spPr>
          <a:xfrm>
            <a:off x="3522911" y="3717771"/>
            <a:ext cx="0" cy="1845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左大括号 3"/>
          <p:cNvSpPr/>
          <p:nvPr/>
        </p:nvSpPr>
        <p:spPr>
          <a:xfrm rot="5400000">
            <a:off x="3337688" y="1976847"/>
            <a:ext cx="369186" cy="3481848"/>
          </a:xfrm>
          <a:prstGeom prst="leftBrace">
            <a:avLst>
              <a:gd name="adj1" fmla="val 0"/>
              <a:gd name="adj2" fmla="val 5000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 name="直接连接符 4"/>
          <p:cNvCxnSpPr/>
          <p:nvPr/>
        </p:nvCxnSpPr>
        <p:spPr>
          <a:xfrm>
            <a:off x="3522911" y="2267323"/>
            <a:ext cx="0" cy="1845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左大括号 5"/>
          <p:cNvSpPr/>
          <p:nvPr/>
        </p:nvSpPr>
        <p:spPr>
          <a:xfrm rot="5400000">
            <a:off x="3337688" y="526399"/>
            <a:ext cx="369186" cy="3481848"/>
          </a:xfrm>
          <a:prstGeom prst="leftBrace">
            <a:avLst>
              <a:gd name="adj1" fmla="val 0"/>
              <a:gd name="adj2" fmla="val 5000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圆角 6"/>
          <p:cNvSpPr/>
          <p:nvPr/>
        </p:nvSpPr>
        <p:spPr>
          <a:xfrm>
            <a:off x="1334604" y="1662707"/>
            <a:ext cx="4375355" cy="422156"/>
          </a:xfrm>
          <a:prstGeom prst="roundRect">
            <a:avLst>
              <a:gd name="adj" fmla="val 50000"/>
            </a:avLst>
          </a:prstGeom>
          <a:ln>
            <a:noFill/>
          </a:ln>
          <a:effectLst>
            <a:innerShdw blurRad="114300">
              <a:schemeClr val="accent1">
                <a:lumMod val="20000"/>
                <a:lumOff val="8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b="1" dirty="0">
                <a:latin typeface="+mj-ea"/>
                <a:ea typeface="+mj-ea"/>
              </a:rPr>
              <a:t>基于</a:t>
            </a:r>
            <a:r>
              <a:rPr lang="en-US" altLang="zh-CN" b="1" dirty="0">
                <a:latin typeface="+mj-ea"/>
                <a:ea typeface="+mj-ea"/>
              </a:rPr>
              <a:t>XX</a:t>
            </a:r>
            <a:r>
              <a:rPr lang="zh-CN" altLang="en-US" b="1" dirty="0">
                <a:latin typeface="+mj-ea"/>
                <a:ea typeface="+mj-ea"/>
              </a:rPr>
              <a:t>技术在</a:t>
            </a:r>
            <a:r>
              <a:rPr lang="en-US" altLang="zh-CN" b="1" dirty="0">
                <a:latin typeface="+mj-ea"/>
                <a:ea typeface="+mj-ea"/>
              </a:rPr>
              <a:t>XX</a:t>
            </a:r>
            <a:r>
              <a:rPr lang="zh-CN" altLang="en-US" b="1" dirty="0">
                <a:latin typeface="+mj-ea"/>
                <a:ea typeface="+mj-ea"/>
              </a:rPr>
              <a:t>中的研究</a:t>
            </a:r>
            <a:endParaRPr lang="zh-CN" altLang="en-US" b="1" dirty="0">
              <a:latin typeface="+mj-ea"/>
              <a:ea typeface="+mj-ea"/>
            </a:endParaRPr>
          </a:p>
        </p:txBody>
      </p:sp>
      <p:sp>
        <p:nvSpPr>
          <p:cNvPr id="8" name="矩形: 圆角 7"/>
          <p:cNvSpPr/>
          <p:nvPr/>
        </p:nvSpPr>
        <p:spPr>
          <a:xfrm>
            <a:off x="1357918" y="2450308"/>
            <a:ext cx="835037" cy="369186"/>
          </a:xfrm>
          <a:prstGeom prst="round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mj-ea"/>
                <a:ea typeface="+mj-ea"/>
              </a:rPr>
              <a:t>xx</a:t>
            </a:r>
            <a:r>
              <a:rPr lang="zh-CN" altLang="en-US" sz="1400" dirty="0">
                <a:latin typeface="+mj-ea"/>
                <a:ea typeface="+mj-ea"/>
              </a:rPr>
              <a:t>实验</a:t>
            </a:r>
            <a:endParaRPr lang="zh-CN" altLang="en-US" sz="1400" dirty="0">
              <a:latin typeface="+mj-ea"/>
              <a:ea typeface="+mj-ea"/>
            </a:endParaRPr>
          </a:p>
        </p:txBody>
      </p:sp>
      <p:sp>
        <p:nvSpPr>
          <p:cNvPr id="9" name="矩形: 圆角 8"/>
          <p:cNvSpPr/>
          <p:nvPr/>
        </p:nvSpPr>
        <p:spPr>
          <a:xfrm>
            <a:off x="2256598" y="3191581"/>
            <a:ext cx="2511696" cy="350630"/>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dirty="0">
                <a:latin typeface="+mj-ea"/>
                <a:ea typeface="+mj-ea"/>
              </a:rPr>
              <a:t>xx</a:t>
            </a:r>
            <a:r>
              <a:rPr lang="zh-CN" altLang="en-US" sz="1400" dirty="0">
                <a:latin typeface="+mj-ea"/>
                <a:ea typeface="+mj-ea"/>
              </a:rPr>
              <a:t>实验处理</a:t>
            </a:r>
            <a:endParaRPr lang="zh-CN" altLang="en-US" sz="1400" dirty="0">
              <a:latin typeface="+mj-ea"/>
              <a:ea typeface="+mj-ea"/>
            </a:endParaRPr>
          </a:p>
        </p:txBody>
      </p:sp>
      <p:sp>
        <p:nvSpPr>
          <p:cNvPr id="10" name="矩形: 圆角 9"/>
          <p:cNvSpPr/>
          <p:nvPr/>
        </p:nvSpPr>
        <p:spPr>
          <a:xfrm>
            <a:off x="2740139" y="2450308"/>
            <a:ext cx="1544614" cy="369186"/>
          </a:xfrm>
          <a:prstGeom prst="round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mj-ea"/>
                <a:ea typeface="+mj-ea"/>
              </a:rPr>
              <a:t>建立</a:t>
            </a:r>
            <a:r>
              <a:rPr lang="en-US" altLang="zh-CN" sz="1400" dirty="0">
                <a:latin typeface="+mj-ea"/>
                <a:ea typeface="+mj-ea"/>
              </a:rPr>
              <a:t>xx</a:t>
            </a:r>
            <a:r>
              <a:rPr lang="zh-CN" altLang="en-US" sz="1400" dirty="0">
                <a:latin typeface="+mj-ea"/>
                <a:ea typeface="+mj-ea"/>
              </a:rPr>
              <a:t>研究体系</a:t>
            </a:r>
            <a:endParaRPr lang="zh-CN" altLang="en-US" sz="1400" dirty="0">
              <a:latin typeface="+mj-ea"/>
              <a:ea typeface="+mj-ea"/>
            </a:endParaRPr>
          </a:p>
        </p:txBody>
      </p:sp>
      <p:sp>
        <p:nvSpPr>
          <p:cNvPr id="11" name="矩形: 圆角 10"/>
          <p:cNvSpPr/>
          <p:nvPr/>
        </p:nvSpPr>
        <p:spPr>
          <a:xfrm>
            <a:off x="4491069" y="2450308"/>
            <a:ext cx="1544614" cy="369186"/>
          </a:xfrm>
          <a:prstGeom prst="round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mj-ea"/>
                <a:ea typeface="+mj-ea"/>
              </a:rPr>
              <a:t>优化</a:t>
            </a:r>
            <a:r>
              <a:rPr lang="en-US" altLang="zh-CN" sz="1400" dirty="0">
                <a:latin typeface="+mj-ea"/>
                <a:ea typeface="+mj-ea"/>
              </a:rPr>
              <a:t>xx</a:t>
            </a:r>
            <a:r>
              <a:rPr lang="zh-CN" altLang="en-US" sz="1400" dirty="0">
                <a:latin typeface="+mj-ea"/>
                <a:ea typeface="+mj-ea"/>
              </a:rPr>
              <a:t>实验流程</a:t>
            </a:r>
            <a:endParaRPr lang="zh-CN" altLang="en-US" sz="1400" dirty="0">
              <a:latin typeface="+mj-ea"/>
              <a:ea typeface="+mj-ea"/>
            </a:endParaRPr>
          </a:p>
        </p:txBody>
      </p:sp>
      <p:sp>
        <p:nvSpPr>
          <p:cNvPr id="12" name="左大括号 11"/>
          <p:cNvSpPr/>
          <p:nvPr/>
        </p:nvSpPr>
        <p:spPr>
          <a:xfrm rot="16200000" flipV="1">
            <a:off x="3337688" y="1259422"/>
            <a:ext cx="369186" cy="3481848"/>
          </a:xfrm>
          <a:prstGeom prst="leftBrace">
            <a:avLst>
              <a:gd name="adj1" fmla="val 0"/>
              <a:gd name="adj2" fmla="val 5000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圆角 12"/>
          <p:cNvSpPr/>
          <p:nvPr/>
        </p:nvSpPr>
        <p:spPr>
          <a:xfrm>
            <a:off x="1184276" y="3902077"/>
            <a:ext cx="1201223" cy="350630"/>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latin typeface="+mj-ea"/>
                <a:ea typeface="+mj-ea"/>
              </a:rPr>
              <a:t>关键指标</a:t>
            </a:r>
            <a:endParaRPr lang="zh-CN" altLang="en-US" sz="1400" dirty="0">
              <a:latin typeface="+mj-ea"/>
              <a:ea typeface="+mj-ea"/>
            </a:endParaRPr>
          </a:p>
        </p:txBody>
      </p:sp>
      <p:sp>
        <p:nvSpPr>
          <p:cNvPr id="14" name="矩形: 圆角 13"/>
          <p:cNvSpPr/>
          <p:nvPr/>
        </p:nvSpPr>
        <p:spPr>
          <a:xfrm>
            <a:off x="2740488" y="3902077"/>
            <a:ext cx="1532310" cy="350630"/>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latin typeface="+mj-ea"/>
                <a:ea typeface="+mj-ea"/>
              </a:rPr>
              <a:t>测定</a:t>
            </a:r>
            <a:r>
              <a:rPr lang="en-US" altLang="zh-CN" sz="1400" dirty="0">
                <a:latin typeface="+mj-ea"/>
                <a:ea typeface="+mj-ea"/>
              </a:rPr>
              <a:t>xx</a:t>
            </a:r>
            <a:r>
              <a:rPr lang="zh-CN" altLang="en-US" sz="1400" dirty="0">
                <a:latin typeface="+mj-ea"/>
                <a:ea typeface="+mj-ea"/>
              </a:rPr>
              <a:t>含量水平</a:t>
            </a:r>
            <a:endParaRPr lang="zh-CN" altLang="en-US" sz="1400" dirty="0">
              <a:latin typeface="+mj-ea"/>
              <a:ea typeface="+mj-ea"/>
            </a:endParaRPr>
          </a:p>
        </p:txBody>
      </p:sp>
      <p:sp>
        <p:nvSpPr>
          <p:cNvPr id="15" name="矩形: 圆角 14"/>
          <p:cNvSpPr/>
          <p:nvPr/>
        </p:nvSpPr>
        <p:spPr>
          <a:xfrm>
            <a:off x="4427444" y="3902077"/>
            <a:ext cx="1668556" cy="350630"/>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dirty="0">
                <a:latin typeface="+mj-ea"/>
                <a:ea typeface="+mj-ea"/>
              </a:rPr>
              <a:t>xx</a:t>
            </a:r>
            <a:r>
              <a:rPr lang="zh-CN" altLang="en-US" sz="1400" dirty="0">
                <a:latin typeface="+mj-ea"/>
                <a:ea typeface="+mj-ea"/>
              </a:rPr>
              <a:t>技术信息分析</a:t>
            </a:r>
            <a:endParaRPr lang="zh-CN" altLang="en-US" sz="1400" dirty="0">
              <a:latin typeface="+mj-ea"/>
              <a:ea typeface="+mj-ea"/>
            </a:endParaRPr>
          </a:p>
        </p:txBody>
      </p:sp>
      <p:cxnSp>
        <p:nvCxnSpPr>
          <p:cNvPr id="17" name="直接连接符 16"/>
          <p:cNvCxnSpPr/>
          <p:nvPr/>
        </p:nvCxnSpPr>
        <p:spPr>
          <a:xfrm>
            <a:off x="3522911" y="4252707"/>
            <a:ext cx="0" cy="1845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775436" y="4252707"/>
            <a:ext cx="0" cy="1845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258527" y="4252707"/>
            <a:ext cx="0" cy="1845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圆角 19"/>
          <p:cNvSpPr/>
          <p:nvPr/>
        </p:nvSpPr>
        <p:spPr>
          <a:xfrm>
            <a:off x="1034821" y="4437013"/>
            <a:ext cx="1491157" cy="827974"/>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latin typeface="+mj-ea"/>
                <a:ea typeface="+mj-ea"/>
              </a:rPr>
              <a:t>结合</a:t>
            </a:r>
            <a:r>
              <a:rPr lang="en-US" altLang="zh-CN" sz="1400" dirty="0" err="1">
                <a:latin typeface="+mj-ea"/>
                <a:ea typeface="+mj-ea"/>
              </a:rPr>
              <a:t>xxxx</a:t>
            </a:r>
            <a:r>
              <a:rPr lang="zh-CN" altLang="en-US" sz="1400" dirty="0">
                <a:latin typeface="+mj-ea"/>
                <a:ea typeface="+mj-ea"/>
              </a:rPr>
              <a:t>情况确定实验剂量</a:t>
            </a:r>
            <a:endParaRPr lang="zh-CN" altLang="en-US" sz="1400" dirty="0">
              <a:latin typeface="+mj-ea"/>
              <a:ea typeface="+mj-ea"/>
            </a:endParaRPr>
          </a:p>
        </p:txBody>
      </p:sp>
      <p:sp>
        <p:nvSpPr>
          <p:cNvPr id="21" name="矩形: 圆角 20"/>
          <p:cNvSpPr/>
          <p:nvPr/>
        </p:nvSpPr>
        <p:spPr>
          <a:xfrm>
            <a:off x="2740488" y="4437257"/>
            <a:ext cx="1532310" cy="827729"/>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latin typeface="+mj-ea"/>
                <a:ea typeface="+mj-ea"/>
              </a:rPr>
              <a:t>明确</a:t>
            </a:r>
            <a:r>
              <a:rPr lang="en-US" altLang="zh-CN" sz="1400" dirty="0">
                <a:latin typeface="+mj-ea"/>
                <a:ea typeface="+mj-ea"/>
              </a:rPr>
              <a:t>xx</a:t>
            </a:r>
            <a:r>
              <a:rPr lang="zh-CN" altLang="en-US" sz="1400" dirty="0">
                <a:latin typeface="+mj-ea"/>
                <a:ea typeface="+mj-ea"/>
              </a:rPr>
              <a:t>对</a:t>
            </a:r>
            <a:r>
              <a:rPr lang="en-US" altLang="zh-CN" sz="1400" dirty="0">
                <a:latin typeface="+mj-ea"/>
                <a:ea typeface="+mj-ea"/>
              </a:rPr>
              <a:t>xx</a:t>
            </a:r>
            <a:r>
              <a:rPr lang="zh-CN" altLang="en-US" sz="1400" dirty="0">
                <a:latin typeface="+mj-ea"/>
                <a:ea typeface="+mj-ea"/>
              </a:rPr>
              <a:t>功能的影响</a:t>
            </a:r>
            <a:endParaRPr lang="zh-CN" altLang="en-US" sz="1400" dirty="0">
              <a:latin typeface="+mj-ea"/>
              <a:ea typeface="+mj-ea"/>
            </a:endParaRPr>
          </a:p>
        </p:txBody>
      </p:sp>
      <p:sp>
        <p:nvSpPr>
          <p:cNvPr id="22" name="矩形: 圆角 21"/>
          <p:cNvSpPr/>
          <p:nvPr/>
        </p:nvSpPr>
        <p:spPr>
          <a:xfrm>
            <a:off x="4427444" y="4444187"/>
            <a:ext cx="1668556" cy="827729"/>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latin typeface="+mj-ea"/>
                <a:ea typeface="+mj-ea"/>
              </a:rPr>
              <a:t>探究</a:t>
            </a:r>
            <a:r>
              <a:rPr lang="en-US" altLang="zh-CN" sz="1400" dirty="0">
                <a:latin typeface="+mj-ea"/>
                <a:ea typeface="+mj-ea"/>
              </a:rPr>
              <a:t>xx</a:t>
            </a:r>
            <a:r>
              <a:rPr lang="zh-CN" altLang="en-US" sz="1400" dirty="0">
                <a:latin typeface="+mj-ea"/>
                <a:ea typeface="+mj-ea"/>
              </a:rPr>
              <a:t>因素对</a:t>
            </a:r>
            <a:r>
              <a:rPr lang="en-US" altLang="zh-CN" sz="1400" dirty="0">
                <a:latin typeface="+mj-ea"/>
                <a:ea typeface="+mj-ea"/>
              </a:rPr>
              <a:t>xx</a:t>
            </a:r>
            <a:r>
              <a:rPr lang="zh-CN" altLang="en-US" sz="1400" dirty="0">
                <a:latin typeface="+mj-ea"/>
                <a:ea typeface="+mj-ea"/>
              </a:rPr>
              <a:t>现象的影响及其机制</a:t>
            </a:r>
            <a:endParaRPr lang="zh-CN" altLang="en-US" sz="1400" dirty="0">
              <a:latin typeface="+mj-ea"/>
              <a:ea typeface="+mj-ea"/>
            </a:endParaRPr>
          </a:p>
        </p:txBody>
      </p:sp>
      <p:sp>
        <p:nvSpPr>
          <p:cNvPr id="23" name="左大括号 22"/>
          <p:cNvSpPr/>
          <p:nvPr/>
        </p:nvSpPr>
        <p:spPr>
          <a:xfrm rot="16200000" flipV="1">
            <a:off x="3337688" y="3708369"/>
            <a:ext cx="369186" cy="3481848"/>
          </a:xfrm>
          <a:prstGeom prst="leftBrace">
            <a:avLst>
              <a:gd name="adj1" fmla="val 0"/>
              <a:gd name="adj2" fmla="val 5000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4" name="直接连接符 23"/>
          <p:cNvCxnSpPr/>
          <p:nvPr/>
        </p:nvCxnSpPr>
        <p:spPr>
          <a:xfrm>
            <a:off x="3522911" y="5264700"/>
            <a:ext cx="0" cy="1845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1115585" y="5643491"/>
            <a:ext cx="4813391" cy="350630"/>
          </a:xfrm>
          <a:prstGeom prst="roundRect">
            <a:avLst>
              <a:gd name="adj" fmla="val 10501"/>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latin typeface="+mj-ea"/>
                <a:ea typeface="+mj-ea"/>
              </a:rPr>
              <a:t>结合以上研究结果对</a:t>
            </a:r>
            <a:r>
              <a:rPr lang="en-US" altLang="zh-CN" sz="1400" dirty="0">
                <a:latin typeface="+mj-ea"/>
                <a:ea typeface="+mj-ea"/>
              </a:rPr>
              <a:t>xx</a:t>
            </a:r>
            <a:r>
              <a:rPr lang="zh-CN" altLang="en-US" sz="1400" dirty="0">
                <a:latin typeface="+mj-ea"/>
                <a:ea typeface="+mj-ea"/>
              </a:rPr>
              <a:t>技术在</a:t>
            </a:r>
            <a:r>
              <a:rPr lang="en-US" altLang="zh-CN" sz="1400" dirty="0">
                <a:latin typeface="+mj-ea"/>
                <a:ea typeface="+mj-ea"/>
              </a:rPr>
              <a:t>xx</a:t>
            </a:r>
            <a:r>
              <a:rPr lang="zh-CN" altLang="en-US" sz="1400" dirty="0">
                <a:latin typeface="+mj-ea"/>
                <a:ea typeface="+mj-ea"/>
              </a:rPr>
              <a:t>中的应用进行研究</a:t>
            </a:r>
            <a:endParaRPr lang="zh-CN" altLang="en-US" sz="1400" dirty="0">
              <a:latin typeface="+mj-ea"/>
              <a:ea typeface="+mj-ea"/>
            </a:endParaRPr>
          </a:p>
        </p:txBody>
      </p:sp>
      <p:sp>
        <p:nvSpPr>
          <p:cNvPr id="31" name="文本框 30"/>
          <p:cNvSpPr txBox="1"/>
          <p:nvPr/>
        </p:nvSpPr>
        <p:spPr>
          <a:xfrm>
            <a:off x="7004759" y="2463897"/>
            <a:ext cx="4428185"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32" name="文本框 31"/>
          <p:cNvSpPr txBox="1"/>
          <p:nvPr/>
        </p:nvSpPr>
        <p:spPr>
          <a:xfrm>
            <a:off x="7004759" y="2092077"/>
            <a:ext cx="954107" cy="400110"/>
          </a:xfrm>
          <a:prstGeom prst="rect">
            <a:avLst/>
          </a:prstGeom>
          <a:noFill/>
        </p:spPr>
        <p:txBody>
          <a:bodyPr wrap="none" rtlCol="0">
            <a:spAutoFit/>
          </a:bodyPr>
          <a:lstStyle/>
          <a:p>
            <a:r>
              <a:rPr lang="zh-CN" altLang="en-US" sz="2000" b="1" dirty="0">
                <a:solidFill>
                  <a:schemeClr val="accent1"/>
                </a:solidFill>
                <a:latin typeface="+mj-ea"/>
                <a:ea typeface="+mj-ea"/>
              </a:rPr>
              <a:t>关键点</a:t>
            </a:r>
            <a:endParaRPr lang="zh-CN" altLang="en-US" sz="2000" b="1" dirty="0">
              <a:solidFill>
                <a:schemeClr val="accent1"/>
              </a:solidFill>
              <a:latin typeface="+mj-ea"/>
              <a:ea typeface="+mj-ea"/>
            </a:endParaRPr>
          </a:p>
        </p:txBody>
      </p:sp>
      <p:sp>
        <p:nvSpPr>
          <p:cNvPr id="33" name="文本框 32"/>
          <p:cNvSpPr txBox="1"/>
          <p:nvPr/>
        </p:nvSpPr>
        <p:spPr>
          <a:xfrm>
            <a:off x="7004759" y="4660804"/>
            <a:ext cx="4428185"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34" name="文本框 33"/>
          <p:cNvSpPr txBox="1"/>
          <p:nvPr/>
        </p:nvSpPr>
        <p:spPr>
          <a:xfrm>
            <a:off x="7004759" y="4288984"/>
            <a:ext cx="954107" cy="400110"/>
          </a:xfrm>
          <a:prstGeom prst="rect">
            <a:avLst/>
          </a:prstGeom>
          <a:noFill/>
        </p:spPr>
        <p:txBody>
          <a:bodyPr wrap="none" rtlCol="0">
            <a:spAutoFit/>
          </a:bodyPr>
          <a:lstStyle/>
          <a:p>
            <a:r>
              <a:rPr lang="zh-CN" altLang="en-US" sz="2000" b="1" dirty="0">
                <a:solidFill>
                  <a:schemeClr val="accent1"/>
                </a:solidFill>
                <a:latin typeface="+mj-ea"/>
                <a:ea typeface="+mj-ea"/>
              </a:rPr>
              <a:t>关键点</a:t>
            </a:r>
            <a:endParaRPr lang="zh-CN" altLang="en-US" sz="2000" b="1" dirty="0">
              <a:solidFill>
                <a:schemeClr val="accent1"/>
              </a:solidFill>
              <a:latin typeface="+mj-ea"/>
              <a:ea typeface="+mj-ea"/>
            </a:endParaRPr>
          </a:p>
        </p:txBody>
      </p:sp>
      <p:cxnSp>
        <p:nvCxnSpPr>
          <p:cNvPr id="38" name="直接连接符 37"/>
          <p:cNvCxnSpPr/>
          <p:nvPr/>
        </p:nvCxnSpPr>
        <p:spPr>
          <a:xfrm>
            <a:off x="7099300" y="3920971"/>
            <a:ext cx="41529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095500" y="2336800"/>
            <a:ext cx="2184400" cy="21844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2252301" y="2493601"/>
            <a:ext cx="1870798" cy="1870798"/>
          </a:xfrm>
          <a:prstGeom prst="ellipse">
            <a:avLst/>
          </a:prstGeom>
          <a:gradFill flip="none" rotWithShape="1">
            <a:gsLst>
              <a:gs pos="0">
                <a:schemeClr val="accent1"/>
              </a:gs>
              <a:gs pos="100000">
                <a:schemeClr val="accent1">
                  <a:lumMod val="88000"/>
                  <a:lumOff val="12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430120" y="2705725"/>
            <a:ext cx="1515158" cy="1446550"/>
          </a:xfrm>
          <a:prstGeom prst="rect">
            <a:avLst/>
          </a:prstGeom>
          <a:noFill/>
        </p:spPr>
        <p:txBody>
          <a:bodyPr wrap="none" rtlCol="0">
            <a:spAutoFit/>
          </a:bodyPr>
          <a:lstStyle/>
          <a:p>
            <a:pPr algn="ctr"/>
            <a:r>
              <a:rPr lang="en-US" altLang="zh-CN" sz="8800" b="1" dirty="0">
                <a:solidFill>
                  <a:schemeClr val="bg1"/>
                </a:solidFill>
                <a:latin typeface="思源黑体 CN" panose="020B0800000000000000" pitchFamily="34" charset="-122"/>
                <a:ea typeface="+mj-ea"/>
              </a:rPr>
              <a:t>03</a:t>
            </a:r>
            <a:endParaRPr lang="zh-CN" altLang="en-US" sz="8800" b="1" dirty="0">
              <a:solidFill>
                <a:schemeClr val="bg1"/>
              </a:solidFill>
              <a:latin typeface="思源黑体 CN" panose="020B0800000000000000" pitchFamily="34" charset="-122"/>
              <a:ea typeface="+mj-ea"/>
            </a:endParaRPr>
          </a:p>
        </p:txBody>
      </p:sp>
      <p:sp>
        <p:nvSpPr>
          <p:cNvPr id="109" name="文本框 108"/>
          <p:cNvSpPr txBox="1"/>
          <p:nvPr/>
        </p:nvSpPr>
        <p:spPr>
          <a:xfrm>
            <a:off x="482861" y="625348"/>
            <a:ext cx="1200329" cy="5607304"/>
          </a:xfrm>
          <a:prstGeom prst="rect">
            <a:avLst/>
          </a:prstGeom>
          <a:noFill/>
        </p:spPr>
        <p:txBody>
          <a:bodyPr vert="eaVert" wrap="none" rtlCol="0">
            <a:spAutoFit/>
          </a:bodyPr>
          <a:lstStyle/>
          <a:p>
            <a:pPr algn="ctr"/>
            <a:r>
              <a:rPr lang="en-US" altLang="zh-CN" sz="6600" b="1" spc="300" dirty="0">
                <a:ln>
                  <a:solidFill>
                    <a:schemeClr val="bg1"/>
                  </a:solidFill>
                </a:ln>
                <a:noFill/>
                <a:latin typeface="思源黑体 CN" panose="020B0800000000000000" pitchFamily="34" charset="-122"/>
              </a:rPr>
              <a:t>PART THREE</a:t>
            </a:r>
            <a:endParaRPr lang="zh-CN" altLang="en-US" sz="6600" b="1" spc="300" dirty="0">
              <a:ln>
                <a:solidFill>
                  <a:schemeClr val="bg1"/>
                </a:solidFill>
              </a:ln>
              <a:noFill/>
              <a:latin typeface="思源黑体 CN" panose="020B0800000000000000" pitchFamily="34" charset="-122"/>
            </a:endParaRPr>
          </a:p>
        </p:txBody>
      </p:sp>
      <p:sp>
        <p:nvSpPr>
          <p:cNvPr id="113" name="文本框 112"/>
          <p:cNvSpPr txBox="1"/>
          <p:nvPr/>
        </p:nvSpPr>
        <p:spPr>
          <a:xfrm>
            <a:off x="5928490" y="2243595"/>
            <a:ext cx="4403770" cy="769441"/>
          </a:xfrm>
          <a:prstGeom prst="rect">
            <a:avLst/>
          </a:prstGeom>
          <a:noFill/>
        </p:spPr>
        <p:txBody>
          <a:bodyPr wrap="none" rtlCol="0" anchor="ctr">
            <a:spAutoFit/>
          </a:bodyPr>
          <a:lstStyle/>
          <a:p>
            <a:pPr lvl="0">
              <a:buSzPct val="100000"/>
              <a:defRPr/>
            </a:pPr>
            <a:r>
              <a:rPr lang="zh-CN" altLang="en-US" sz="4400" b="1" spc="300" noProof="1">
                <a:solidFill>
                  <a:schemeClr val="accent1"/>
                </a:solidFill>
                <a:latin typeface="+mj-ea"/>
                <a:ea typeface="+mj-ea"/>
              </a:rPr>
              <a:t>研究方法与思路</a:t>
            </a:r>
            <a:endParaRPr lang="zh-CN" altLang="en-US" sz="4400" b="1" spc="300" noProof="1">
              <a:solidFill>
                <a:schemeClr val="accent1"/>
              </a:solidFill>
              <a:latin typeface="+mj-ea"/>
              <a:ea typeface="+mj-ea"/>
            </a:endParaRPr>
          </a:p>
        </p:txBody>
      </p:sp>
      <p:sp>
        <p:nvSpPr>
          <p:cNvPr id="117" name="文本框 116"/>
          <p:cNvSpPr txBox="1"/>
          <p:nvPr/>
        </p:nvSpPr>
        <p:spPr>
          <a:xfrm>
            <a:off x="5928490" y="2989410"/>
            <a:ext cx="3227165" cy="369332"/>
          </a:xfrm>
          <a:prstGeom prst="rect">
            <a:avLst/>
          </a:prstGeom>
          <a:noFill/>
        </p:spPr>
        <p:txBody>
          <a:bodyPr wrap="none">
            <a:spAutoFit/>
          </a:bodyPr>
          <a:lstStyle/>
          <a:p>
            <a:r>
              <a:rPr lang="en-US" altLang="zh-CN" spc="300" dirty="0">
                <a:solidFill>
                  <a:schemeClr val="tx1">
                    <a:lumMod val="75000"/>
                    <a:lumOff val="25000"/>
                  </a:schemeClr>
                </a:solidFill>
              </a:rPr>
              <a:t>Methods and thinking</a:t>
            </a:r>
            <a:endParaRPr lang="en-US" altLang="zh-CN" spc="300" dirty="0">
              <a:solidFill>
                <a:schemeClr val="tx1">
                  <a:lumMod val="75000"/>
                  <a:lumOff val="25000"/>
                </a:schemeClr>
              </a:solidFill>
            </a:endParaRPr>
          </a:p>
        </p:txBody>
      </p:sp>
      <p:cxnSp>
        <p:nvCxnSpPr>
          <p:cNvPr id="120" name="直接连接符 119"/>
          <p:cNvCxnSpPr/>
          <p:nvPr/>
        </p:nvCxnSpPr>
        <p:spPr>
          <a:xfrm>
            <a:off x="5950760" y="3424015"/>
            <a:ext cx="4381500"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7380811" y="3772512"/>
            <a:ext cx="1499128" cy="1255665"/>
          </a:xfrm>
          <a:prstGeom prst="rect">
            <a:avLst/>
          </a:prstGeom>
          <a:noFill/>
        </p:spPr>
        <p:txBody>
          <a:bodyPr wrap="none" rtlCol="0">
            <a:spAutoFit/>
          </a:bodyPr>
          <a:lstStyle/>
          <a:p>
            <a:pPr marL="285750" indent="-285750">
              <a:lnSpc>
                <a:spcPct val="130000"/>
              </a:lnSpc>
              <a:buClr>
                <a:schemeClr val="accent1"/>
              </a:buClr>
              <a:buFont typeface="Wingdings" panose="05000000000000000000" pitchFamily="2" charset="2"/>
              <a:buChar char="n"/>
            </a:pPr>
            <a:r>
              <a:rPr lang="zh-CN" altLang="en-US" sz="2000" dirty="0"/>
              <a:t>研究方法</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研究材料</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研究思路</a:t>
            </a:r>
            <a:endParaRPr lang="zh-CN" altLang="en-US" sz="2000" dirty="0"/>
          </a:p>
        </p:txBody>
      </p:sp>
      <p:grpSp>
        <p:nvGrpSpPr>
          <p:cNvPr id="126" name="组合 125"/>
          <p:cNvGrpSpPr/>
          <p:nvPr/>
        </p:nvGrpSpPr>
        <p:grpSpPr>
          <a:xfrm>
            <a:off x="11093753" y="6274833"/>
            <a:ext cx="723900" cy="326768"/>
            <a:chOff x="11093753" y="6274833"/>
            <a:chExt cx="723900" cy="326768"/>
          </a:xfrm>
        </p:grpSpPr>
        <p:sp>
          <p:nvSpPr>
            <p:cNvPr id="123" name="矩形: 圆角 122"/>
            <p:cNvSpPr/>
            <p:nvPr/>
          </p:nvSpPr>
          <p:spPr>
            <a:xfrm>
              <a:off x="11093753" y="6479280"/>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1340493" y="6274833"/>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研究方法</a:t>
            </a:r>
            <a:endParaRPr lang="zh-CN" altLang="en-US" dirty="0"/>
          </a:p>
        </p:txBody>
      </p:sp>
      <p:sp>
        <p:nvSpPr>
          <p:cNvPr id="2" name="任意多边形: 形状 1"/>
          <p:cNvSpPr/>
          <p:nvPr/>
        </p:nvSpPr>
        <p:spPr>
          <a:xfrm>
            <a:off x="3232969" y="1651153"/>
            <a:ext cx="5818497" cy="4165294"/>
          </a:xfrm>
          <a:custGeom>
            <a:avLst/>
            <a:gdLst>
              <a:gd name="connsiteX0" fmla="*/ 4671516 w 5818497"/>
              <a:gd name="connsiteY0" fmla="*/ 0 h 4165294"/>
              <a:gd name="connsiteX1" fmla="*/ 5475273 w 5818497"/>
              <a:gd name="connsiteY1" fmla="*/ 803757 h 4165294"/>
              <a:gd name="connsiteX2" fmla="*/ 4671516 w 5818497"/>
              <a:gd name="connsiteY2" fmla="*/ 1607514 h 4165294"/>
              <a:gd name="connsiteX3" fmla="*/ 4655092 w 5818497"/>
              <a:gd name="connsiteY3" fmla="*/ 1606685 h 4165294"/>
              <a:gd name="connsiteX4" fmla="*/ 4589316 w 5818497"/>
              <a:gd name="connsiteY4" fmla="*/ 1613562 h 4165294"/>
              <a:gd name="connsiteX5" fmla="*/ 4248904 w 5818497"/>
              <a:gd name="connsiteY5" fmla="*/ 1681327 h 4165294"/>
              <a:gd name="connsiteX6" fmla="*/ 4192698 w 5818497"/>
              <a:gd name="connsiteY6" fmla="*/ 1863939 h 4165294"/>
              <a:gd name="connsiteX7" fmla="*/ 4193822 w 5818497"/>
              <a:gd name="connsiteY7" fmla="*/ 1941207 h 4165294"/>
              <a:gd name="connsiteX8" fmla="*/ 4197341 w 5818497"/>
              <a:gd name="connsiteY8" fmla="*/ 1954890 h 4165294"/>
              <a:gd name="connsiteX9" fmla="*/ 4222766 w 5818497"/>
              <a:gd name="connsiteY9" fmla="*/ 2207107 h 4165294"/>
              <a:gd name="connsiteX10" fmla="*/ 4218267 w 5818497"/>
              <a:gd name="connsiteY10" fmla="*/ 2296208 h 4165294"/>
              <a:gd name="connsiteX11" fmla="*/ 4234902 w 5818497"/>
              <a:gd name="connsiteY11" fmla="*/ 2424239 h 4165294"/>
              <a:gd name="connsiteX12" fmla="*/ 4336434 w 5818497"/>
              <a:gd name="connsiteY12" fmla="*/ 2632908 h 4165294"/>
              <a:gd name="connsiteX13" fmla="*/ 4703828 w 5818497"/>
              <a:gd name="connsiteY13" fmla="*/ 2617354 h 4165294"/>
              <a:gd name="connsiteX14" fmla="*/ 4718119 w 5818497"/>
              <a:gd name="connsiteY14" fmla="*/ 2615000 h 4165294"/>
              <a:gd name="connsiteX15" fmla="*/ 4775727 w 5818497"/>
              <a:gd name="connsiteY15" fmla="*/ 2593915 h 4165294"/>
              <a:gd name="connsiteX16" fmla="*/ 5014740 w 5818497"/>
              <a:gd name="connsiteY16" fmla="*/ 2557780 h 4165294"/>
              <a:gd name="connsiteX17" fmla="*/ 5818497 w 5818497"/>
              <a:gd name="connsiteY17" fmla="*/ 3361537 h 4165294"/>
              <a:gd name="connsiteX18" fmla="*/ 5014740 w 5818497"/>
              <a:gd name="connsiteY18" fmla="*/ 4165294 h 4165294"/>
              <a:gd name="connsiteX19" fmla="*/ 4274146 w 5818497"/>
              <a:gd name="connsiteY19" fmla="*/ 3674396 h 4165294"/>
              <a:gd name="connsiteX20" fmla="*/ 4248162 w 5818497"/>
              <a:gd name="connsiteY20" fmla="*/ 3590689 h 4165294"/>
              <a:gd name="connsiteX21" fmla="*/ 4226990 w 5818497"/>
              <a:gd name="connsiteY21" fmla="*/ 3554733 h 4165294"/>
              <a:gd name="connsiteX22" fmla="*/ 3995376 w 5818497"/>
              <a:gd name="connsiteY22" fmla="*/ 3275751 h 4165294"/>
              <a:gd name="connsiteX23" fmla="*/ 3539283 w 5818497"/>
              <a:gd name="connsiteY23" fmla="*/ 3328741 h 4165294"/>
              <a:gd name="connsiteX24" fmla="*/ 3511120 w 5818497"/>
              <a:gd name="connsiteY24" fmla="*/ 3334853 h 4165294"/>
              <a:gd name="connsiteX25" fmla="*/ 3458417 w 5818497"/>
              <a:gd name="connsiteY25" fmla="*/ 3360241 h 4165294"/>
              <a:gd name="connsiteX26" fmla="*/ 2971284 w 5818497"/>
              <a:gd name="connsiteY26" fmla="*/ 3458588 h 4165294"/>
              <a:gd name="connsiteX27" fmla="*/ 2374754 w 5818497"/>
              <a:gd name="connsiteY27" fmla="*/ 3307541 h 4165294"/>
              <a:gd name="connsiteX28" fmla="*/ 2342878 w 5818497"/>
              <a:gd name="connsiteY28" fmla="*/ 3288176 h 4165294"/>
              <a:gd name="connsiteX29" fmla="*/ 2193178 w 5818497"/>
              <a:gd name="connsiteY29" fmla="*/ 3269386 h 4165294"/>
              <a:gd name="connsiteX30" fmla="*/ 1840169 w 5818497"/>
              <a:gd name="connsiteY30" fmla="*/ 3296069 h 4165294"/>
              <a:gd name="connsiteX31" fmla="*/ 1576013 w 5818497"/>
              <a:gd name="connsiteY31" fmla="*/ 3614421 h 4165294"/>
              <a:gd name="connsiteX32" fmla="*/ 1551209 w 5818497"/>
              <a:gd name="connsiteY32" fmla="*/ 3652303 h 4165294"/>
              <a:gd name="connsiteX33" fmla="*/ 1544351 w 5818497"/>
              <a:gd name="connsiteY33" fmla="*/ 3674396 h 4165294"/>
              <a:gd name="connsiteX34" fmla="*/ 803757 w 5818497"/>
              <a:gd name="connsiteY34" fmla="*/ 4165294 h 4165294"/>
              <a:gd name="connsiteX35" fmla="*/ 0 w 5818497"/>
              <a:gd name="connsiteY35" fmla="*/ 3361537 h 4165294"/>
              <a:gd name="connsiteX36" fmla="*/ 803757 w 5818497"/>
              <a:gd name="connsiteY36" fmla="*/ 2557780 h 4165294"/>
              <a:gd name="connsiteX37" fmla="*/ 965742 w 5818497"/>
              <a:gd name="connsiteY37" fmla="*/ 2574110 h 4165294"/>
              <a:gd name="connsiteX38" fmla="*/ 1002048 w 5818497"/>
              <a:gd name="connsiteY38" fmla="*/ 2583445 h 4165294"/>
              <a:gd name="connsiteX39" fmla="*/ 1055249 w 5818497"/>
              <a:gd name="connsiteY39" fmla="*/ 2584470 h 4165294"/>
              <a:gd name="connsiteX40" fmla="*/ 1553720 w 5818497"/>
              <a:gd name="connsiteY40" fmla="*/ 2598615 h 4165294"/>
              <a:gd name="connsiteX41" fmla="*/ 1716458 w 5818497"/>
              <a:gd name="connsiteY41" fmla="*/ 2362710 h 4165294"/>
              <a:gd name="connsiteX42" fmla="*/ 1726961 w 5818497"/>
              <a:gd name="connsiteY42" fmla="*/ 2339636 h 4165294"/>
              <a:gd name="connsiteX43" fmla="*/ 1726264 w 5818497"/>
              <a:gd name="connsiteY43" fmla="*/ 2335064 h 4165294"/>
              <a:gd name="connsiteX44" fmla="*/ 1719802 w 5818497"/>
              <a:gd name="connsiteY44" fmla="*/ 2207107 h 4165294"/>
              <a:gd name="connsiteX45" fmla="*/ 1724819 w 5818497"/>
              <a:gd name="connsiteY45" fmla="*/ 2107757 h 4165294"/>
              <a:gd name="connsiteX46" fmla="*/ 1715900 w 5818497"/>
              <a:gd name="connsiteY46" fmla="*/ 2072087 h 4165294"/>
              <a:gd name="connsiteX47" fmla="*/ 1583145 w 5818497"/>
              <a:gd name="connsiteY47" fmla="*/ 1774992 h 4165294"/>
              <a:gd name="connsiteX48" fmla="*/ 1291962 w 5818497"/>
              <a:gd name="connsiteY48" fmla="*/ 1721384 h 4165294"/>
              <a:gd name="connsiteX49" fmla="*/ 1284260 w 5818497"/>
              <a:gd name="connsiteY49" fmla="*/ 1721034 h 4165294"/>
              <a:gd name="connsiteX50" fmla="*/ 1230947 w 5818497"/>
              <a:gd name="connsiteY50" fmla="*/ 1734742 h 4165294"/>
              <a:gd name="connsiteX51" fmla="*/ 1068962 w 5818497"/>
              <a:gd name="connsiteY51" fmla="*/ 1751071 h 4165294"/>
              <a:gd name="connsiteX52" fmla="*/ 265205 w 5818497"/>
              <a:gd name="connsiteY52" fmla="*/ 947314 h 4165294"/>
              <a:gd name="connsiteX53" fmla="*/ 1068962 w 5818497"/>
              <a:gd name="connsiteY53" fmla="*/ 143557 h 4165294"/>
              <a:gd name="connsiteX54" fmla="*/ 1872719 w 5818497"/>
              <a:gd name="connsiteY54" fmla="*/ 947314 h 4165294"/>
              <a:gd name="connsiteX55" fmla="*/ 1868985 w 5818497"/>
              <a:gd name="connsiteY55" fmla="*/ 984362 h 4165294"/>
              <a:gd name="connsiteX56" fmla="*/ 1879506 w 5818497"/>
              <a:gd name="connsiteY56" fmla="*/ 1023448 h 4165294"/>
              <a:gd name="connsiteX57" fmla="*/ 1975329 w 5818497"/>
              <a:gd name="connsiteY57" fmla="*/ 1145479 h 4165294"/>
              <a:gd name="connsiteX58" fmla="*/ 2379629 w 5818497"/>
              <a:gd name="connsiteY58" fmla="*/ 1086880 h 4165294"/>
              <a:gd name="connsiteX59" fmla="*/ 2459908 w 5818497"/>
              <a:gd name="connsiteY59" fmla="*/ 1065652 h 4165294"/>
              <a:gd name="connsiteX60" fmla="*/ 2484151 w 5818497"/>
              <a:gd name="connsiteY60" fmla="*/ 1053974 h 4165294"/>
              <a:gd name="connsiteX61" fmla="*/ 2971284 w 5818497"/>
              <a:gd name="connsiteY61" fmla="*/ 955626 h 4165294"/>
              <a:gd name="connsiteX62" fmla="*/ 3343437 w 5818497"/>
              <a:gd name="connsiteY62" fmla="*/ 1011890 h 4165294"/>
              <a:gd name="connsiteX63" fmla="*/ 3365408 w 5818497"/>
              <a:gd name="connsiteY63" fmla="*/ 1019932 h 4165294"/>
              <a:gd name="connsiteX64" fmla="*/ 3463768 w 5818497"/>
              <a:gd name="connsiteY64" fmla="*/ 1043649 h 4165294"/>
              <a:gd name="connsiteX65" fmla="*/ 3801864 w 5818497"/>
              <a:gd name="connsiteY65" fmla="*/ 1089506 h 4165294"/>
              <a:gd name="connsiteX66" fmla="*/ 3876290 w 5818497"/>
              <a:gd name="connsiteY66" fmla="*/ 903837 h 4165294"/>
              <a:gd name="connsiteX67" fmla="*/ 3876558 w 5818497"/>
              <a:gd name="connsiteY67" fmla="*/ 891035 h 4165294"/>
              <a:gd name="connsiteX68" fmla="*/ 3867759 w 5818497"/>
              <a:gd name="connsiteY68" fmla="*/ 803757 h 4165294"/>
              <a:gd name="connsiteX69" fmla="*/ 4671516 w 5818497"/>
              <a:gd name="connsiteY69" fmla="*/ 0 h 4165294"/>
              <a:gd name="connsiteX0-1" fmla="*/ 4671516 w 5818497"/>
              <a:gd name="connsiteY0-2" fmla="*/ 0 h 4165294"/>
              <a:gd name="connsiteX1-3" fmla="*/ 5475273 w 5818497"/>
              <a:gd name="connsiteY1-4" fmla="*/ 803757 h 4165294"/>
              <a:gd name="connsiteX2-5" fmla="*/ 4671516 w 5818497"/>
              <a:gd name="connsiteY2-6" fmla="*/ 1607514 h 4165294"/>
              <a:gd name="connsiteX3-7" fmla="*/ 4655092 w 5818497"/>
              <a:gd name="connsiteY3-8" fmla="*/ 1606685 h 4165294"/>
              <a:gd name="connsiteX4-9" fmla="*/ 4589316 w 5818497"/>
              <a:gd name="connsiteY4-10" fmla="*/ 1613562 h 4165294"/>
              <a:gd name="connsiteX5-11" fmla="*/ 4248904 w 5818497"/>
              <a:gd name="connsiteY5-12" fmla="*/ 1681327 h 4165294"/>
              <a:gd name="connsiteX6-13" fmla="*/ 4192698 w 5818497"/>
              <a:gd name="connsiteY6-14" fmla="*/ 1863939 h 4165294"/>
              <a:gd name="connsiteX7-15" fmla="*/ 4193822 w 5818497"/>
              <a:gd name="connsiteY7-16" fmla="*/ 1941207 h 4165294"/>
              <a:gd name="connsiteX8-17" fmla="*/ 4222766 w 5818497"/>
              <a:gd name="connsiteY8-18" fmla="*/ 2207107 h 4165294"/>
              <a:gd name="connsiteX9-19" fmla="*/ 4218267 w 5818497"/>
              <a:gd name="connsiteY9-20" fmla="*/ 2296208 h 4165294"/>
              <a:gd name="connsiteX10-21" fmla="*/ 4234902 w 5818497"/>
              <a:gd name="connsiteY10-22" fmla="*/ 2424239 h 4165294"/>
              <a:gd name="connsiteX11-23" fmla="*/ 4336434 w 5818497"/>
              <a:gd name="connsiteY11-24" fmla="*/ 2632908 h 4165294"/>
              <a:gd name="connsiteX12-25" fmla="*/ 4703828 w 5818497"/>
              <a:gd name="connsiteY12-26" fmla="*/ 2617354 h 4165294"/>
              <a:gd name="connsiteX13-27" fmla="*/ 4718119 w 5818497"/>
              <a:gd name="connsiteY13-28" fmla="*/ 2615000 h 4165294"/>
              <a:gd name="connsiteX14-29" fmla="*/ 4775727 w 5818497"/>
              <a:gd name="connsiteY14-30" fmla="*/ 2593915 h 4165294"/>
              <a:gd name="connsiteX15-31" fmla="*/ 5014740 w 5818497"/>
              <a:gd name="connsiteY15-32" fmla="*/ 2557780 h 4165294"/>
              <a:gd name="connsiteX16-33" fmla="*/ 5818497 w 5818497"/>
              <a:gd name="connsiteY16-34" fmla="*/ 3361537 h 4165294"/>
              <a:gd name="connsiteX17-35" fmla="*/ 5014740 w 5818497"/>
              <a:gd name="connsiteY17-36" fmla="*/ 4165294 h 4165294"/>
              <a:gd name="connsiteX18-37" fmla="*/ 4274146 w 5818497"/>
              <a:gd name="connsiteY18-38" fmla="*/ 3674396 h 4165294"/>
              <a:gd name="connsiteX19-39" fmla="*/ 4248162 w 5818497"/>
              <a:gd name="connsiteY19-40" fmla="*/ 3590689 h 4165294"/>
              <a:gd name="connsiteX20-41" fmla="*/ 4226990 w 5818497"/>
              <a:gd name="connsiteY20-42" fmla="*/ 3554733 h 4165294"/>
              <a:gd name="connsiteX21-43" fmla="*/ 3995376 w 5818497"/>
              <a:gd name="connsiteY21-44" fmla="*/ 3275751 h 4165294"/>
              <a:gd name="connsiteX22-45" fmla="*/ 3539283 w 5818497"/>
              <a:gd name="connsiteY22-46" fmla="*/ 3328741 h 4165294"/>
              <a:gd name="connsiteX23-47" fmla="*/ 3511120 w 5818497"/>
              <a:gd name="connsiteY23-48" fmla="*/ 3334853 h 4165294"/>
              <a:gd name="connsiteX24-49" fmla="*/ 3458417 w 5818497"/>
              <a:gd name="connsiteY24-50" fmla="*/ 3360241 h 4165294"/>
              <a:gd name="connsiteX25-51" fmla="*/ 2971284 w 5818497"/>
              <a:gd name="connsiteY25-52" fmla="*/ 3458588 h 4165294"/>
              <a:gd name="connsiteX26-53" fmla="*/ 2374754 w 5818497"/>
              <a:gd name="connsiteY26-54" fmla="*/ 3307541 h 4165294"/>
              <a:gd name="connsiteX27-55" fmla="*/ 2342878 w 5818497"/>
              <a:gd name="connsiteY27-56" fmla="*/ 3288176 h 4165294"/>
              <a:gd name="connsiteX28-57" fmla="*/ 2193178 w 5818497"/>
              <a:gd name="connsiteY28-58" fmla="*/ 3269386 h 4165294"/>
              <a:gd name="connsiteX29-59" fmla="*/ 1840169 w 5818497"/>
              <a:gd name="connsiteY29-60" fmla="*/ 3296069 h 4165294"/>
              <a:gd name="connsiteX30-61" fmla="*/ 1576013 w 5818497"/>
              <a:gd name="connsiteY30-62" fmla="*/ 3614421 h 4165294"/>
              <a:gd name="connsiteX31-63" fmla="*/ 1551209 w 5818497"/>
              <a:gd name="connsiteY31-64" fmla="*/ 3652303 h 4165294"/>
              <a:gd name="connsiteX32-65" fmla="*/ 1544351 w 5818497"/>
              <a:gd name="connsiteY32-66" fmla="*/ 3674396 h 4165294"/>
              <a:gd name="connsiteX33-67" fmla="*/ 803757 w 5818497"/>
              <a:gd name="connsiteY33-68" fmla="*/ 4165294 h 4165294"/>
              <a:gd name="connsiteX34-69" fmla="*/ 0 w 5818497"/>
              <a:gd name="connsiteY34-70" fmla="*/ 3361537 h 4165294"/>
              <a:gd name="connsiteX35-71" fmla="*/ 803757 w 5818497"/>
              <a:gd name="connsiteY35-72" fmla="*/ 2557780 h 4165294"/>
              <a:gd name="connsiteX36-73" fmla="*/ 965742 w 5818497"/>
              <a:gd name="connsiteY36-74" fmla="*/ 2574110 h 4165294"/>
              <a:gd name="connsiteX37-75" fmla="*/ 1002048 w 5818497"/>
              <a:gd name="connsiteY37-76" fmla="*/ 2583445 h 4165294"/>
              <a:gd name="connsiteX38-77" fmla="*/ 1055249 w 5818497"/>
              <a:gd name="connsiteY38-78" fmla="*/ 2584470 h 4165294"/>
              <a:gd name="connsiteX39-79" fmla="*/ 1553720 w 5818497"/>
              <a:gd name="connsiteY39-80" fmla="*/ 2598615 h 4165294"/>
              <a:gd name="connsiteX40-81" fmla="*/ 1716458 w 5818497"/>
              <a:gd name="connsiteY40-82" fmla="*/ 2362710 h 4165294"/>
              <a:gd name="connsiteX41-83" fmla="*/ 1726961 w 5818497"/>
              <a:gd name="connsiteY41-84" fmla="*/ 2339636 h 4165294"/>
              <a:gd name="connsiteX42-85" fmla="*/ 1726264 w 5818497"/>
              <a:gd name="connsiteY42-86" fmla="*/ 2335064 h 4165294"/>
              <a:gd name="connsiteX43-87" fmla="*/ 1719802 w 5818497"/>
              <a:gd name="connsiteY43-88" fmla="*/ 2207107 h 4165294"/>
              <a:gd name="connsiteX44-89" fmla="*/ 1724819 w 5818497"/>
              <a:gd name="connsiteY44-90" fmla="*/ 2107757 h 4165294"/>
              <a:gd name="connsiteX45-91" fmla="*/ 1715900 w 5818497"/>
              <a:gd name="connsiteY45-92" fmla="*/ 2072087 h 4165294"/>
              <a:gd name="connsiteX46-93" fmla="*/ 1583145 w 5818497"/>
              <a:gd name="connsiteY46-94" fmla="*/ 1774992 h 4165294"/>
              <a:gd name="connsiteX47-95" fmla="*/ 1291962 w 5818497"/>
              <a:gd name="connsiteY47-96" fmla="*/ 1721384 h 4165294"/>
              <a:gd name="connsiteX48-97" fmla="*/ 1284260 w 5818497"/>
              <a:gd name="connsiteY48-98" fmla="*/ 1721034 h 4165294"/>
              <a:gd name="connsiteX49-99" fmla="*/ 1230947 w 5818497"/>
              <a:gd name="connsiteY49-100" fmla="*/ 1734742 h 4165294"/>
              <a:gd name="connsiteX50-101" fmla="*/ 1068962 w 5818497"/>
              <a:gd name="connsiteY50-102" fmla="*/ 1751071 h 4165294"/>
              <a:gd name="connsiteX51-103" fmla="*/ 265205 w 5818497"/>
              <a:gd name="connsiteY51-104" fmla="*/ 947314 h 4165294"/>
              <a:gd name="connsiteX52-105" fmla="*/ 1068962 w 5818497"/>
              <a:gd name="connsiteY52-106" fmla="*/ 143557 h 4165294"/>
              <a:gd name="connsiteX53-107" fmla="*/ 1872719 w 5818497"/>
              <a:gd name="connsiteY53-108" fmla="*/ 947314 h 4165294"/>
              <a:gd name="connsiteX54-109" fmla="*/ 1868985 w 5818497"/>
              <a:gd name="connsiteY54-110" fmla="*/ 984362 h 4165294"/>
              <a:gd name="connsiteX55-111" fmla="*/ 1879506 w 5818497"/>
              <a:gd name="connsiteY55-112" fmla="*/ 1023448 h 4165294"/>
              <a:gd name="connsiteX56-113" fmla="*/ 1975329 w 5818497"/>
              <a:gd name="connsiteY56-114" fmla="*/ 1145479 h 4165294"/>
              <a:gd name="connsiteX57-115" fmla="*/ 2379629 w 5818497"/>
              <a:gd name="connsiteY57-116" fmla="*/ 1086880 h 4165294"/>
              <a:gd name="connsiteX58-117" fmla="*/ 2459908 w 5818497"/>
              <a:gd name="connsiteY58-118" fmla="*/ 1065652 h 4165294"/>
              <a:gd name="connsiteX59-119" fmla="*/ 2484151 w 5818497"/>
              <a:gd name="connsiteY59-120" fmla="*/ 1053974 h 4165294"/>
              <a:gd name="connsiteX60-121" fmla="*/ 2971284 w 5818497"/>
              <a:gd name="connsiteY60-122" fmla="*/ 955626 h 4165294"/>
              <a:gd name="connsiteX61-123" fmla="*/ 3343437 w 5818497"/>
              <a:gd name="connsiteY61-124" fmla="*/ 1011890 h 4165294"/>
              <a:gd name="connsiteX62-125" fmla="*/ 3365408 w 5818497"/>
              <a:gd name="connsiteY62-126" fmla="*/ 1019932 h 4165294"/>
              <a:gd name="connsiteX63-127" fmla="*/ 3463768 w 5818497"/>
              <a:gd name="connsiteY63-128" fmla="*/ 1043649 h 4165294"/>
              <a:gd name="connsiteX64-129" fmla="*/ 3801864 w 5818497"/>
              <a:gd name="connsiteY64-130" fmla="*/ 1089506 h 4165294"/>
              <a:gd name="connsiteX65-131" fmla="*/ 3876290 w 5818497"/>
              <a:gd name="connsiteY65-132" fmla="*/ 903837 h 4165294"/>
              <a:gd name="connsiteX66-133" fmla="*/ 3876558 w 5818497"/>
              <a:gd name="connsiteY66-134" fmla="*/ 891035 h 4165294"/>
              <a:gd name="connsiteX67-135" fmla="*/ 3867759 w 5818497"/>
              <a:gd name="connsiteY67-136" fmla="*/ 803757 h 4165294"/>
              <a:gd name="connsiteX68-137" fmla="*/ 4671516 w 5818497"/>
              <a:gd name="connsiteY68-138" fmla="*/ 0 h 4165294"/>
              <a:gd name="connsiteX0-139" fmla="*/ 4671516 w 5818497"/>
              <a:gd name="connsiteY0-140" fmla="*/ 0 h 4165294"/>
              <a:gd name="connsiteX1-141" fmla="*/ 5475273 w 5818497"/>
              <a:gd name="connsiteY1-142" fmla="*/ 803757 h 4165294"/>
              <a:gd name="connsiteX2-143" fmla="*/ 4671516 w 5818497"/>
              <a:gd name="connsiteY2-144" fmla="*/ 1607514 h 4165294"/>
              <a:gd name="connsiteX3-145" fmla="*/ 4655092 w 5818497"/>
              <a:gd name="connsiteY3-146" fmla="*/ 1606685 h 4165294"/>
              <a:gd name="connsiteX4-147" fmla="*/ 4589316 w 5818497"/>
              <a:gd name="connsiteY4-148" fmla="*/ 1613562 h 4165294"/>
              <a:gd name="connsiteX5-149" fmla="*/ 4248904 w 5818497"/>
              <a:gd name="connsiteY5-150" fmla="*/ 1681327 h 4165294"/>
              <a:gd name="connsiteX6-151" fmla="*/ 4192698 w 5818497"/>
              <a:gd name="connsiteY6-152" fmla="*/ 1863939 h 4165294"/>
              <a:gd name="connsiteX7-153" fmla="*/ 4193822 w 5818497"/>
              <a:gd name="connsiteY7-154" fmla="*/ 1941207 h 4165294"/>
              <a:gd name="connsiteX8-155" fmla="*/ 4222766 w 5818497"/>
              <a:gd name="connsiteY8-156" fmla="*/ 2207107 h 4165294"/>
              <a:gd name="connsiteX9-157" fmla="*/ 4218267 w 5818497"/>
              <a:gd name="connsiteY9-158" fmla="*/ 2296208 h 4165294"/>
              <a:gd name="connsiteX10-159" fmla="*/ 4234902 w 5818497"/>
              <a:gd name="connsiteY10-160" fmla="*/ 2424239 h 4165294"/>
              <a:gd name="connsiteX11-161" fmla="*/ 4336434 w 5818497"/>
              <a:gd name="connsiteY11-162" fmla="*/ 2632908 h 4165294"/>
              <a:gd name="connsiteX12-163" fmla="*/ 4703828 w 5818497"/>
              <a:gd name="connsiteY12-164" fmla="*/ 2617354 h 4165294"/>
              <a:gd name="connsiteX13-165" fmla="*/ 4718119 w 5818497"/>
              <a:gd name="connsiteY13-166" fmla="*/ 2615000 h 4165294"/>
              <a:gd name="connsiteX14-167" fmla="*/ 4775727 w 5818497"/>
              <a:gd name="connsiteY14-168" fmla="*/ 2593915 h 4165294"/>
              <a:gd name="connsiteX15-169" fmla="*/ 5014740 w 5818497"/>
              <a:gd name="connsiteY15-170" fmla="*/ 2557780 h 4165294"/>
              <a:gd name="connsiteX16-171" fmla="*/ 5818497 w 5818497"/>
              <a:gd name="connsiteY16-172" fmla="*/ 3361537 h 4165294"/>
              <a:gd name="connsiteX17-173" fmla="*/ 5014740 w 5818497"/>
              <a:gd name="connsiteY17-174" fmla="*/ 4165294 h 4165294"/>
              <a:gd name="connsiteX18-175" fmla="*/ 4274146 w 5818497"/>
              <a:gd name="connsiteY18-176" fmla="*/ 3674396 h 4165294"/>
              <a:gd name="connsiteX19-177" fmla="*/ 4248162 w 5818497"/>
              <a:gd name="connsiteY19-178" fmla="*/ 3590689 h 4165294"/>
              <a:gd name="connsiteX20-179" fmla="*/ 4226990 w 5818497"/>
              <a:gd name="connsiteY20-180" fmla="*/ 3554733 h 4165294"/>
              <a:gd name="connsiteX21-181" fmla="*/ 3995376 w 5818497"/>
              <a:gd name="connsiteY21-182" fmla="*/ 3275751 h 4165294"/>
              <a:gd name="connsiteX22-183" fmla="*/ 3539283 w 5818497"/>
              <a:gd name="connsiteY22-184" fmla="*/ 3328741 h 4165294"/>
              <a:gd name="connsiteX23-185" fmla="*/ 3511120 w 5818497"/>
              <a:gd name="connsiteY23-186" fmla="*/ 3334853 h 4165294"/>
              <a:gd name="connsiteX24-187" fmla="*/ 3458417 w 5818497"/>
              <a:gd name="connsiteY24-188" fmla="*/ 3360241 h 4165294"/>
              <a:gd name="connsiteX25-189" fmla="*/ 2971284 w 5818497"/>
              <a:gd name="connsiteY25-190" fmla="*/ 3458588 h 4165294"/>
              <a:gd name="connsiteX26-191" fmla="*/ 2374754 w 5818497"/>
              <a:gd name="connsiteY26-192" fmla="*/ 3307541 h 4165294"/>
              <a:gd name="connsiteX27-193" fmla="*/ 2342878 w 5818497"/>
              <a:gd name="connsiteY27-194" fmla="*/ 3288176 h 4165294"/>
              <a:gd name="connsiteX28-195" fmla="*/ 2193178 w 5818497"/>
              <a:gd name="connsiteY28-196" fmla="*/ 3269386 h 4165294"/>
              <a:gd name="connsiteX29-197" fmla="*/ 1840169 w 5818497"/>
              <a:gd name="connsiteY29-198" fmla="*/ 3296069 h 4165294"/>
              <a:gd name="connsiteX30-199" fmla="*/ 1576013 w 5818497"/>
              <a:gd name="connsiteY30-200" fmla="*/ 3614421 h 4165294"/>
              <a:gd name="connsiteX31-201" fmla="*/ 1551209 w 5818497"/>
              <a:gd name="connsiteY31-202" fmla="*/ 3652303 h 4165294"/>
              <a:gd name="connsiteX32-203" fmla="*/ 1544351 w 5818497"/>
              <a:gd name="connsiteY32-204" fmla="*/ 3674396 h 4165294"/>
              <a:gd name="connsiteX33-205" fmla="*/ 803757 w 5818497"/>
              <a:gd name="connsiteY33-206" fmla="*/ 4165294 h 4165294"/>
              <a:gd name="connsiteX34-207" fmla="*/ 0 w 5818497"/>
              <a:gd name="connsiteY34-208" fmla="*/ 3361537 h 4165294"/>
              <a:gd name="connsiteX35-209" fmla="*/ 803757 w 5818497"/>
              <a:gd name="connsiteY35-210" fmla="*/ 2557780 h 4165294"/>
              <a:gd name="connsiteX36-211" fmla="*/ 965742 w 5818497"/>
              <a:gd name="connsiteY36-212" fmla="*/ 2574110 h 4165294"/>
              <a:gd name="connsiteX37-213" fmla="*/ 1002048 w 5818497"/>
              <a:gd name="connsiteY37-214" fmla="*/ 2583445 h 4165294"/>
              <a:gd name="connsiteX38-215" fmla="*/ 1055249 w 5818497"/>
              <a:gd name="connsiteY38-216" fmla="*/ 2584470 h 4165294"/>
              <a:gd name="connsiteX39-217" fmla="*/ 1553720 w 5818497"/>
              <a:gd name="connsiteY39-218" fmla="*/ 2598615 h 4165294"/>
              <a:gd name="connsiteX40-219" fmla="*/ 1716458 w 5818497"/>
              <a:gd name="connsiteY40-220" fmla="*/ 2362710 h 4165294"/>
              <a:gd name="connsiteX41-221" fmla="*/ 1726961 w 5818497"/>
              <a:gd name="connsiteY41-222" fmla="*/ 2339636 h 4165294"/>
              <a:gd name="connsiteX42-223" fmla="*/ 1726264 w 5818497"/>
              <a:gd name="connsiteY42-224" fmla="*/ 2335064 h 4165294"/>
              <a:gd name="connsiteX43-225" fmla="*/ 1719802 w 5818497"/>
              <a:gd name="connsiteY43-226" fmla="*/ 2207107 h 4165294"/>
              <a:gd name="connsiteX44-227" fmla="*/ 1724819 w 5818497"/>
              <a:gd name="connsiteY44-228" fmla="*/ 2107757 h 4165294"/>
              <a:gd name="connsiteX45-229" fmla="*/ 1715900 w 5818497"/>
              <a:gd name="connsiteY45-230" fmla="*/ 2072087 h 4165294"/>
              <a:gd name="connsiteX46-231" fmla="*/ 1583145 w 5818497"/>
              <a:gd name="connsiteY46-232" fmla="*/ 1774992 h 4165294"/>
              <a:gd name="connsiteX47-233" fmla="*/ 1291962 w 5818497"/>
              <a:gd name="connsiteY47-234" fmla="*/ 1721384 h 4165294"/>
              <a:gd name="connsiteX48-235" fmla="*/ 1284260 w 5818497"/>
              <a:gd name="connsiteY48-236" fmla="*/ 1721034 h 4165294"/>
              <a:gd name="connsiteX49-237" fmla="*/ 1230947 w 5818497"/>
              <a:gd name="connsiteY49-238" fmla="*/ 1734742 h 4165294"/>
              <a:gd name="connsiteX50-239" fmla="*/ 1068962 w 5818497"/>
              <a:gd name="connsiteY50-240" fmla="*/ 1751071 h 4165294"/>
              <a:gd name="connsiteX51-241" fmla="*/ 265205 w 5818497"/>
              <a:gd name="connsiteY51-242" fmla="*/ 947314 h 4165294"/>
              <a:gd name="connsiteX52-243" fmla="*/ 1068962 w 5818497"/>
              <a:gd name="connsiteY52-244" fmla="*/ 143557 h 4165294"/>
              <a:gd name="connsiteX53-245" fmla="*/ 1872719 w 5818497"/>
              <a:gd name="connsiteY53-246" fmla="*/ 947314 h 4165294"/>
              <a:gd name="connsiteX54-247" fmla="*/ 1868985 w 5818497"/>
              <a:gd name="connsiteY54-248" fmla="*/ 984362 h 4165294"/>
              <a:gd name="connsiteX55-249" fmla="*/ 1879506 w 5818497"/>
              <a:gd name="connsiteY55-250" fmla="*/ 1023448 h 4165294"/>
              <a:gd name="connsiteX56-251" fmla="*/ 1975329 w 5818497"/>
              <a:gd name="connsiteY56-252" fmla="*/ 1145479 h 4165294"/>
              <a:gd name="connsiteX57-253" fmla="*/ 2379629 w 5818497"/>
              <a:gd name="connsiteY57-254" fmla="*/ 1086880 h 4165294"/>
              <a:gd name="connsiteX58-255" fmla="*/ 2459908 w 5818497"/>
              <a:gd name="connsiteY58-256" fmla="*/ 1065652 h 4165294"/>
              <a:gd name="connsiteX59-257" fmla="*/ 2484151 w 5818497"/>
              <a:gd name="connsiteY59-258" fmla="*/ 1053974 h 4165294"/>
              <a:gd name="connsiteX60-259" fmla="*/ 2971284 w 5818497"/>
              <a:gd name="connsiteY60-260" fmla="*/ 955626 h 4165294"/>
              <a:gd name="connsiteX61-261" fmla="*/ 3343437 w 5818497"/>
              <a:gd name="connsiteY61-262" fmla="*/ 1011890 h 4165294"/>
              <a:gd name="connsiteX62-263" fmla="*/ 3365408 w 5818497"/>
              <a:gd name="connsiteY62-264" fmla="*/ 1019932 h 4165294"/>
              <a:gd name="connsiteX63-265" fmla="*/ 3463768 w 5818497"/>
              <a:gd name="connsiteY63-266" fmla="*/ 1043649 h 4165294"/>
              <a:gd name="connsiteX64-267" fmla="*/ 3801864 w 5818497"/>
              <a:gd name="connsiteY64-268" fmla="*/ 1089506 h 4165294"/>
              <a:gd name="connsiteX65-269" fmla="*/ 3876290 w 5818497"/>
              <a:gd name="connsiteY65-270" fmla="*/ 903837 h 4165294"/>
              <a:gd name="connsiteX66-271" fmla="*/ 3876558 w 5818497"/>
              <a:gd name="connsiteY66-272" fmla="*/ 891035 h 4165294"/>
              <a:gd name="connsiteX67-273" fmla="*/ 3867759 w 5818497"/>
              <a:gd name="connsiteY67-274" fmla="*/ 803757 h 4165294"/>
              <a:gd name="connsiteX68-275" fmla="*/ 4671516 w 5818497"/>
              <a:gd name="connsiteY68-276" fmla="*/ 0 h 4165294"/>
              <a:gd name="connsiteX0-277" fmla="*/ 4671516 w 5818497"/>
              <a:gd name="connsiteY0-278" fmla="*/ 0 h 4165294"/>
              <a:gd name="connsiteX1-279" fmla="*/ 5475273 w 5818497"/>
              <a:gd name="connsiteY1-280" fmla="*/ 803757 h 4165294"/>
              <a:gd name="connsiteX2-281" fmla="*/ 4671516 w 5818497"/>
              <a:gd name="connsiteY2-282" fmla="*/ 1607514 h 4165294"/>
              <a:gd name="connsiteX3-283" fmla="*/ 4655092 w 5818497"/>
              <a:gd name="connsiteY3-284" fmla="*/ 1606685 h 4165294"/>
              <a:gd name="connsiteX4-285" fmla="*/ 4589316 w 5818497"/>
              <a:gd name="connsiteY4-286" fmla="*/ 1613562 h 4165294"/>
              <a:gd name="connsiteX5-287" fmla="*/ 4248904 w 5818497"/>
              <a:gd name="connsiteY5-288" fmla="*/ 1681327 h 4165294"/>
              <a:gd name="connsiteX6-289" fmla="*/ 4192698 w 5818497"/>
              <a:gd name="connsiteY6-290" fmla="*/ 1863939 h 4165294"/>
              <a:gd name="connsiteX7-291" fmla="*/ 4193822 w 5818497"/>
              <a:gd name="connsiteY7-292" fmla="*/ 1941207 h 4165294"/>
              <a:gd name="connsiteX8-293" fmla="*/ 4222766 w 5818497"/>
              <a:gd name="connsiteY8-294" fmla="*/ 2207107 h 4165294"/>
              <a:gd name="connsiteX9-295" fmla="*/ 4218267 w 5818497"/>
              <a:gd name="connsiteY9-296" fmla="*/ 2296208 h 4165294"/>
              <a:gd name="connsiteX10-297" fmla="*/ 4234902 w 5818497"/>
              <a:gd name="connsiteY10-298" fmla="*/ 2424239 h 4165294"/>
              <a:gd name="connsiteX11-299" fmla="*/ 4336434 w 5818497"/>
              <a:gd name="connsiteY11-300" fmla="*/ 2632908 h 4165294"/>
              <a:gd name="connsiteX12-301" fmla="*/ 4703828 w 5818497"/>
              <a:gd name="connsiteY12-302" fmla="*/ 2617354 h 4165294"/>
              <a:gd name="connsiteX13-303" fmla="*/ 4718119 w 5818497"/>
              <a:gd name="connsiteY13-304" fmla="*/ 2615000 h 4165294"/>
              <a:gd name="connsiteX14-305" fmla="*/ 4775727 w 5818497"/>
              <a:gd name="connsiteY14-306" fmla="*/ 2593915 h 4165294"/>
              <a:gd name="connsiteX15-307" fmla="*/ 5014740 w 5818497"/>
              <a:gd name="connsiteY15-308" fmla="*/ 2557780 h 4165294"/>
              <a:gd name="connsiteX16-309" fmla="*/ 5818497 w 5818497"/>
              <a:gd name="connsiteY16-310" fmla="*/ 3361537 h 4165294"/>
              <a:gd name="connsiteX17-311" fmla="*/ 5014740 w 5818497"/>
              <a:gd name="connsiteY17-312" fmla="*/ 4165294 h 4165294"/>
              <a:gd name="connsiteX18-313" fmla="*/ 4274146 w 5818497"/>
              <a:gd name="connsiteY18-314" fmla="*/ 3674396 h 4165294"/>
              <a:gd name="connsiteX19-315" fmla="*/ 4248162 w 5818497"/>
              <a:gd name="connsiteY19-316" fmla="*/ 3590689 h 4165294"/>
              <a:gd name="connsiteX20-317" fmla="*/ 4226990 w 5818497"/>
              <a:gd name="connsiteY20-318" fmla="*/ 3554733 h 4165294"/>
              <a:gd name="connsiteX21-319" fmla="*/ 3995376 w 5818497"/>
              <a:gd name="connsiteY21-320" fmla="*/ 3275751 h 4165294"/>
              <a:gd name="connsiteX22-321" fmla="*/ 3539283 w 5818497"/>
              <a:gd name="connsiteY22-322" fmla="*/ 3328741 h 4165294"/>
              <a:gd name="connsiteX23-323" fmla="*/ 3511120 w 5818497"/>
              <a:gd name="connsiteY23-324" fmla="*/ 3334853 h 4165294"/>
              <a:gd name="connsiteX24-325" fmla="*/ 3458417 w 5818497"/>
              <a:gd name="connsiteY24-326" fmla="*/ 3360241 h 4165294"/>
              <a:gd name="connsiteX25-327" fmla="*/ 2971284 w 5818497"/>
              <a:gd name="connsiteY25-328" fmla="*/ 3458588 h 4165294"/>
              <a:gd name="connsiteX26-329" fmla="*/ 2374754 w 5818497"/>
              <a:gd name="connsiteY26-330" fmla="*/ 3307541 h 4165294"/>
              <a:gd name="connsiteX27-331" fmla="*/ 2342878 w 5818497"/>
              <a:gd name="connsiteY27-332" fmla="*/ 3288176 h 4165294"/>
              <a:gd name="connsiteX28-333" fmla="*/ 2193178 w 5818497"/>
              <a:gd name="connsiteY28-334" fmla="*/ 3269386 h 4165294"/>
              <a:gd name="connsiteX29-335" fmla="*/ 1840169 w 5818497"/>
              <a:gd name="connsiteY29-336" fmla="*/ 3296069 h 4165294"/>
              <a:gd name="connsiteX30-337" fmla="*/ 1576013 w 5818497"/>
              <a:gd name="connsiteY30-338" fmla="*/ 3614421 h 4165294"/>
              <a:gd name="connsiteX31-339" fmla="*/ 1551209 w 5818497"/>
              <a:gd name="connsiteY31-340" fmla="*/ 3652303 h 4165294"/>
              <a:gd name="connsiteX32-341" fmla="*/ 1544351 w 5818497"/>
              <a:gd name="connsiteY32-342" fmla="*/ 3674396 h 4165294"/>
              <a:gd name="connsiteX33-343" fmla="*/ 803757 w 5818497"/>
              <a:gd name="connsiteY33-344" fmla="*/ 4165294 h 4165294"/>
              <a:gd name="connsiteX34-345" fmla="*/ 0 w 5818497"/>
              <a:gd name="connsiteY34-346" fmla="*/ 3361537 h 4165294"/>
              <a:gd name="connsiteX35-347" fmla="*/ 803757 w 5818497"/>
              <a:gd name="connsiteY35-348" fmla="*/ 2557780 h 4165294"/>
              <a:gd name="connsiteX36-349" fmla="*/ 965742 w 5818497"/>
              <a:gd name="connsiteY36-350" fmla="*/ 2574110 h 4165294"/>
              <a:gd name="connsiteX37-351" fmla="*/ 1002048 w 5818497"/>
              <a:gd name="connsiteY37-352" fmla="*/ 2583445 h 4165294"/>
              <a:gd name="connsiteX38-353" fmla="*/ 1055249 w 5818497"/>
              <a:gd name="connsiteY38-354" fmla="*/ 2584470 h 4165294"/>
              <a:gd name="connsiteX39-355" fmla="*/ 1553720 w 5818497"/>
              <a:gd name="connsiteY39-356" fmla="*/ 2598615 h 4165294"/>
              <a:gd name="connsiteX40-357" fmla="*/ 1716458 w 5818497"/>
              <a:gd name="connsiteY40-358" fmla="*/ 2362710 h 4165294"/>
              <a:gd name="connsiteX41-359" fmla="*/ 1726961 w 5818497"/>
              <a:gd name="connsiteY41-360" fmla="*/ 2339636 h 4165294"/>
              <a:gd name="connsiteX42-361" fmla="*/ 1726264 w 5818497"/>
              <a:gd name="connsiteY42-362" fmla="*/ 2335064 h 4165294"/>
              <a:gd name="connsiteX43-363" fmla="*/ 1719802 w 5818497"/>
              <a:gd name="connsiteY43-364" fmla="*/ 2207107 h 4165294"/>
              <a:gd name="connsiteX44-365" fmla="*/ 1715900 w 5818497"/>
              <a:gd name="connsiteY44-366" fmla="*/ 2072087 h 4165294"/>
              <a:gd name="connsiteX45-367" fmla="*/ 1583145 w 5818497"/>
              <a:gd name="connsiteY45-368" fmla="*/ 1774992 h 4165294"/>
              <a:gd name="connsiteX46-369" fmla="*/ 1291962 w 5818497"/>
              <a:gd name="connsiteY46-370" fmla="*/ 1721384 h 4165294"/>
              <a:gd name="connsiteX47-371" fmla="*/ 1284260 w 5818497"/>
              <a:gd name="connsiteY47-372" fmla="*/ 1721034 h 4165294"/>
              <a:gd name="connsiteX48-373" fmla="*/ 1230947 w 5818497"/>
              <a:gd name="connsiteY48-374" fmla="*/ 1734742 h 4165294"/>
              <a:gd name="connsiteX49-375" fmla="*/ 1068962 w 5818497"/>
              <a:gd name="connsiteY49-376" fmla="*/ 1751071 h 4165294"/>
              <a:gd name="connsiteX50-377" fmla="*/ 265205 w 5818497"/>
              <a:gd name="connsiteY50-378" fmla="*/ 947314 h 4165294"/>
              <a:gd name="connsiteX51-379" fmla="*/ 1068962 w 5818497"/>
              <a:gd name="connsiteY51-380" fmla="*/ 143557 h 4165294"/>
              <a:gd name="connsiteX52-381" fmla="*/ 1872719 w 5818497"/>
              <a:gd name="connsiteY52-382" fmla="*/ 947314 h 4165294"/>
              <a:gd name="connsiteX53-383" fmla="*/ 1868985 w 5818497"/>
              <a:gd name="connsiteY53-384" fmla="*/ 984362 h 4165294"/>
              <a:gd name="connsiteX54-385" fmla="*/ 1879506 w 5818497"/>
              <a:gd name="connsiteY54-386" fmla="*/ 1023448 h 4165294"/>
              <a:gd name="connsiteX55-387" fmla="*/ 1975329 w 5818497"/>
              <a:gd name="connsiteY55-388" fmla="*/ 1145479 h 4165294"/>
              <a:gd name="connsiteX56-389" fmla="*/ 2379629 w 5818497"/>
              <a:gd name="connsiteY56-390" fmla="*/ 1086880 h 4165294"/>
              <a:gd name="connsiteX57-391" fmla="*/ 2459908 w 5818497"/>
              <a:gd name="connsiteY57-392" fmla="*/ 1065652 h 4165294"/>
              <a:gd name="connsiteX58-393" fmla="*/ 2484151 w 5818497"/>
              <a:gd name="connsiteY58-394" fmla="*/ 1053974 h 4165294"/>
              <a:gd name="connsiteX59-395" fmla="*/ 2971284 w 5818497"/>
              <a:gd name="connsiteY59-396" fmla="*/ 955626 h 4165294"/>
              <a:gd name="connsiteX60-397" fmla="*/ 3343437 w 5818497"/>
              <a:gd name="connsiteY60-398" fmla="*/ 1011890 h 4165294"/>
              <a:gd name="connsiteX61-399" fmla="*/ 3365408 w 5818497"/>
              <a:gd name="connsiteY61-400" fmla="*/ 1019932 h 4165294"/>
              <a:gd name="connsiteX62-401" fmla="*/ 3463768 w 5818497"/>
              <a:gd name="connsiteY62-402" fmla="*/ 1043649 h 4165294"/>
              <a:gd name="connsiteX63-403" fmla="*/ 3801864 w 5818497"/>
              <a:gd name="connsiteY63-404" fmla="*/ 1089506 h 4165294"/>
              <a:gd name="connsiteX64-405" fmla="*/ 3876290 w 5818497"/>
              <a:gd name="connsiteY64-406" fmla="*/ 903837 h 4165294"/>
              <a:gd name="connsiteX65-407" fmla="*/ 3876558 w 5818497"/>
              <a:gd name="connsiteY65-408" fmla="*/ 891035 h 4165294"/>
              <a:gd name="connsiteX66-409" fmla="*/ 3867759 w 5818497"/>
              <a:gd name="connsiteY66-410" fmla="*/ 803757 h 4165294"/>
              <a:gd name="connsiteX67-411" fmla="*/ 4671516 w 5818497"/>
              <a:gd name="connsiteY67-412" fmla="*/ 0 h 4165294"/>
              <a:gd name="connsiteX0-413" fmla="*/ 4671516 w 5818497"/>
              <a:gd name="connsiteY0-414" fmla="*/ 0 h 4165294"/>
              <a:gd name="connsiteX1-415" fmla="*/ 5475273 w 5818497"/>
              <a:gd name="connsiteY1-416" fmla="*/ 803757 h 4165294"/>
              <a:gd name="connsiteX2-417" fmla="*/ 4671516 w 5818497"/>
              <a:gd name="connsiteY2-418" fmla="*/ 1607514 h 4165294"/>
              <a:gd name="connsiteX3-419" fmla="*/ 4655092 w 5818497"/>
              <a:gd name="connsiteY3-420" fmla="*/ 1606685 h 4165294"/>
              <a:gd name="connsiteX4-421" fmla="*/ 4589316 w 5818497"/>
              <a:gd name="connsiteY4-422" fmla="*/ 1613562 h 4165294"/>
              <a:gd name="connsiteX5-423" fmla="*/ 4248904 w 5818497"/>
              <a:gd name="connsiteY5-424" fmla="*/ 1681327 h 4165294"/>
              <a:gd name="connsiteX6-425" fmla="*/ 4192698 w 5818497"/>
              <a:gd name="connsiteY6-426" fmla="*/ 1863939 h 4165294"/>
              <a:gd name="connsiteX7-427" fmla="*/ 4193822 w 5818497"/>
              <a:gd name="connsiteY7-428" fmla="*/ 1941207 h 4165294"/>
              <a:gd name="connsiteX8-429" fmla="*/ 4222766 w 5818497"/>
              <a:gd name="connsiteY8-430" fmla="*/ 2207107 h 4165294"/>
              <a:gd name="connsiteX9-431" fmla="*/ 4218267 w 5818497"/>
              <a:gd name="connsiteY9-432" fmla="*/ 2296208 h 4165294"/>
              <a:gd name="connsiteX10-433" fmla="*/ 4234902 w 5818497"/>
              <a:gd name="connsiteY10-434" fmla="*/ 2424239 h 4165294"/>
              <a:gd name="connsiteX11-435" fmla="*/ 4336434 w 5818497"/>
              <a:gd name="connsiteY11-436" fmla="*/ 2632908 h 4165294"/>
              <a:gd name="connsiteX12-437" fmla="*/ 4703828 w 5818497"/>
              <a:gd name="connsiteY12-438" fmla="*/ 2617354 h 4165294"/>
              <a:gd name="connsiteX13-439" fmla="*/ 4718119 w 5818497"/>
              <a:gd name="connsiteY13-440" fmla="*/ 2615000 h 4165294"/>
              <a:gd name="connsiteX14-441" fmla="*/ 4775727 w 5818497"/>
              <a:gd name="connsiteY14-442" fmla="*/ 2593915 h 4165294"/>
              <a:gd name="connsiteX15-443" fmla="*/ 5014740 w 5818497"/>
              <a:gd name="connsiteY15-444" fmla="*/ 2557780 h 4165294"/>
              <a:gd name="connsiteX16-445" fmla="*/ 5818497 w 5818497"/>
              <a:gd name="connsiteY16-446" fmla="*/ 3361537 h 4165294"/>
              <a:gd name="connsiteX17-447" fmla="*/ 5014740 w 5818497"/>
              <a:gd name="connsiteY17-448" fmla="*/ 4165294 h 4165294"/>
              <a:gd name="connsiteX18-449" fmla="*/ 4274146 w 5818497"/>
              <a:gd name="connsiteY18-450" fmla="*/ 3674396 h 4165294"/>
              <a:gd name="connsiteX19-451" fmla="*/ 4248162 w 5818497"/>
              <a:gd name="connsiteY19-452" fmla="*/ 3590689 h 4165294"/>
              <a:gd name="connsiteX20-453" fmla="*/ 4226990 w 5818497"/>
              <a:gd name="connsiteY20-454" fmla="*/ 3554733 h 4165294"/>
              <a:gd name="connsiteX21-455" fmla="*/ 3995376 w 5818497"/>
              <a:gd name="connsiteY21-456" fmla="*/ 3275751 h 4165294"/>
              <a:gd name="connsiteX22-457" fmla="*/ 3539283 w 5818497"/>
              <a:gd name="connsiteY22-458" fmla="*/ 3328741 h 4165294"/>
              <a:gd name="connsiteX23-459" fmla="*/ 3511120 w 5818497"/>
              <a:gd name="connsiteY23-460" fmla="*/ 3334853 h 4165294"/>
              <a:gd name="connsiteX24-461" fmla="*/ 3458417 w 5818497"/>
              <a:gd name="connsiteY24-462" fmla="*/ 3360241 h 4165294"/>
              <a:gd name="connsiteX25-463" fmla="*/ 2971284 w 5818497"/>
              <a:gd name="connsiteY25-464" fmla="*/ 3458588 h 4165294"/>
              <a:gd name="connsiteX26-465" fmla="*/ 2374754 w 5818497"/>
              <a:gd name="connsiteY26-466" fmla="*/ 3307541 h 4165294"/>
              <a:gd name="connsiteX27-467" fmla="*/ 2342878 w 5818497"/>
              <a:gd name="connsiteY27-468" fmla="*/ 3288176 h 4165294"/>
              <a:gd name="connsiteX28-469" fmla="*/ 2193178 w 5818497"/>
              <a:gd name="connsiteY28-470" fmla="*/ 3269386 h 4165294"/>
              <a:gd name="connsiteX29-471" fmla="*/ 1840169 w 5818497"/>
              <a:gd name="connsiteY29-472" fmla="*/ 3296069 h 4165294"/>
              <a:gd name="connsiteX30-473" fmla="*/ 1576013 w 5818497"/>
              <a:gd name="connsiteY30-474" fmla="*/ 3614421 h 4165294"/>
              <a:gd name="connsiteX31-475" fmla="*/ 1551209 w 5818497"/>
              <a:gd name="connsiteY31-476" fmla="*/ 3652303 h 4165294"/>
              <a:gd name="connsiteX32-477" fmla="*/ 1544351 w 5818497"/>
              <a:gd name="connsiteY32-478" fmla="*/ 3674396 h 4165294"/>
              <a:gd name="connsiteX33-479" fmla="*/ 803757 w 5818497"/>
              <a:gd name="connsiteY33-480" fmla="*/ 4165294 h 4165294"/>
              <a:gd name="connsiteX34-481" fmla="*/ 0 w 5818497"/>
              <a:gd name="connsiteY34-482" fmla="*/ 3361537 h 4165294"/>
              <a:gd name="connsiteX35-483" fmla="*/ 803757 w 5818497"/>
              <a:gd name="connsiteY35-484" fmla="*/ 2557780 h 4165294"/>
              <a:gd name="connsiteX36-485" fmla="*/ 965742 w 5818497"/>
              <a:gd name="connsiteY36-486" fmla="*/ 2574110 h 4165294"/>
              <a:gd name="connsiteX37-487" fmla="*/ 1002048 w 5818497"/>
              <a:gd name="connsiteY37-488" fmla="*/ 2583445 h 4165294"/>
              <a:gd name="connsiteX38-489" fmla="*/ 1055249 w 5818497"/>
              <a:gd name="connsiteY38-490" fmla="*/ 2584470 h 4165294"/>
              <a:gd name="connsiteX39-491" fmla="*/ 1553720 w 5818497"/>
              <a:gd name="connsiteY39-492" fmla="*/ 2598615 h 4165294"/>
              <a:gd name="connsiteX40-493" fmla="*/ 1716458 w 5818497"/>
              <a:gd name="connsiteY40-494" fmla="*/ 2362710 h 4165294"/>
              <a:gd name="connsiteX41-495" fmla="*/ 1726961 w 5818497"/>
              <a:gd name="connsiteY41-496" fmla="*/ 2339636 h 4165294"/>
              <a:gd name="connsiteX42-497" fmla="*/ 1719802 w 5818497"/>
              <a:gd name="connsiteY42-498" fmla="*/ 2207107 h 4165294"/>
              <a:gd name="connsiteX43-499" fmla="*/ 1715900 w 5818497"/>
              <a:gd name="connsiteY43-500" fmla="*/ 2072087 h 4165294"/>
              <a:gd name="connsiteX44-501" fmla="*/ 1583145 w 5818497"/>
              <a:gd name="connsiteY44-502" fmla="*/ 1774992 h 4165294"/>
              <a:gd name="connsiteX45-503" fmla="*/ 1291962 w 5818497"/>
              <a:gd name="connsiteY45-504" fmla="*/ 1721384 h 4165294"/>
              <a:gd name="connsiteX46-505" fmla="*/ 1284260 w 5818497"/>
              <a:gd name="connsiteY46-506" fmla="*/ 1721034 h 4165294"/>
              <a:gd name="connsiteX47-507" fmla="*/ 1230947 w 5818497"/>
              <a:gd name="connsiteY47-508" fmla="*/ 1734742 h 4165294"/>
              <a:gd name="connsiteX48-509" fmla="*/ 1068962 w 5818497"/>
              <a:gd name="connsiteY48-510" fmla="*/ 1751071 h 4165294"/>
              <a:gd name="connsiteX49-511" fmla="*/ 265205 w 5818497"/>
              <a:gd name="connsiteY49-512" fmla="*/ 947314 h 4165294"/>
              <a:gd name="connsiteX50-513" fmla="*/ 1068962 w 5818497"/>
              <a:gd name="connsiteY50-514" fmla="*/ 143557 h 4165294"/>
              <a:gd name="connsiteX51-515" fmla="*/ 1872719 w 5818497"/>
              <a:gd name="connsiteY51-516" fmla="*/ 947314 h 4165294"/>
              <a:gd name="connsiteX52-517" fmla="*/ 1868985 w 5818497"/>
              <a:gd name="connsiteY52-518" fmla="*/ 984362 h 4165294"/>
              <a:gd name="connsiteX53-519" fmla="*/ 1879506 w 5818497"/>
              <a:gd name="connsiteY53-520" fmla="*/ 1023448 h 4165294"/>
              <a:gd name="connsiteX54-521" fmla="*/ 1975329 w 5818497"/>
              <a:gd name="connsiteY54-522" fmla="*/ 1145479 h 4165294"/>
              <a:gd name="connsiteX55-523" fmla="*/ 2379629 w 5818497"/>
              <a:gd name="connsiteY55-524" fmla="*/ 1086880 h 4165294"/>
              <a:gd name="connsiteX56-525" fmla="*/ 2459908 w 5818497"/>
              <a:gd name="connsiteY56-526" fmla="*/ 1065652 h 4165294"/>
              <a:gd name="connsiteX57-527" fmla="*/ 2484151 w 5818497"/>
              <a:gd name="connsiteY57-528" fmla="*/ 1053974 h 4165294"/>
              <a:gd name="connsiteX58-529" fmla="*/ 2971284 w 5818497"/>
              <a:gd name="connsiteY58-530" fmla="*/ 955626 h 4165294"/>
              <a:gd name="connsiteX59-531" fmla="*/ 3343437 w 5818497"/>
              <a:gd name="connsiteY59-532" fmla="*/ 1011890 h 4165294"/>
              <a:gd name="connsiteX60-533" fmla="*/ 3365408 w 5818497"/>
              <a:gd name="connsiteY60-534" fmla="*/ 1019932 h 4165294"/>
              <a:gd name="connsiteX61-535" fmla="*/ 3463768 w 5818497"/>
              <a:gd name="connsiteY61-536" fmla="*/ 1043649 h 4165294"/>
              <a:gd name="connsiteX62-537" fmla="*/ 3801864 w 5818497"/>
              <a:gd name="connsiteY62-538" fmla="*/ 1089506 h 4165294"/>
              <a:gd name="connsiteX63-539" fmla="*/ 3876290 w 5818497"/>
              <a:gd name="connsiteY63-540" fmla="*/ 903837 h 4165294"/>
              <a:gd name="connsiteX64-541" fmla="*/ 3876558 w 5818497"/>
              <a:gd name="connsiteY64-542" fmla="*/ 891035 h 4165294"/>
              <a:gd name="connsiteX65-543" fmla="*/ 3867759 w 5818497"/>
              <a:gd name="connsiteY65-544" fmla="*/ 803757 h 4165294"/>
              <a:gd name="connsiteX66-545" fmla="*/ 4671516 w 5818497"/>
              <a:gd name="connsiteY66-546" fmla="*/ 0 h 4165294"/>
              <a:gd name="connsiteX0-547" fmla="*/ 4671516 w 5818497"/>
              <a:gd name="connsiteY0-548" fmla="*/ 0 h 4165294"/>
              <a:gd name="connsiteX1-549" fmla="*/ 5475273 w 5818497"/>
              <a:gd name="connsiteY1-550" fmla="*/ 803757 h 4165294"/>
              <a:gd name="connsiteX2-551" fmla="*/ 4671516 w 5818497"/>
              <a:gd name="connsiteY2-552" fmla="*/ 1607514 h 4165294"/>
              <a:gd name="connsiteX3-553" fmla="*/ 4655092 w 5818497"/>
              <a:gd name="connsiteY3-554" fmla="*/ 1606685 h 4165294"/>
              <a:gd name="connsiteX4-555" fmla="*/ 4589316 w 5818497"/>
              <a:gd name="connsiteY4-556" fmla="*/ 1613562 h 4165294"/>
              <a:gd name="connsiteX5-557" fmla="*/ 4248904 w 5818497"/>
              <a:gd name="connsiteY5-558" fmla="*/ 1681327 h 4165294"/>
              <a:gd name="connsiteX6-559" fmla="*/ 4192698 w 5818497"/>
              <a:gd name="connsiteY6-560" fmla="*/ 1863939 h 4165294"/>
              <a:gd name="connsiteX7-561" fmla="*/ 4193822 w 5818497"/>
              <a:gd name="connsiteY7-562" fmla="*/ 1941207 h 4165294"/>
              <a:gd name="connsiteX8-563" fmla="*/ 4222766 w 5818497"/>
              <a:gd name="connsiteY8-564" fmla="*/ 2207107 h 4165294"/>
              <a:gd name="connsiteX9-565" fmla="*/ 4218267 w 5818497"/>
              <a:gd name="connsiteY9-566" fmla="*/ 2296208 h 4165294"/>
              <a:gd name="connsiteX10-567" fmla="*/ 4234902 w 5818497"/>
              <a:gd name="connsiteY10-568" fmla="*/ 2424239 h 4165294"/>
              <a:gd name="connsiteX11-569" fmla="*/ 4336434 w 5818497"/>
              <a:gd name="connsiteY11-570" fmla="*/ 2632908 h 4165294"/>
              <a:gd name="connsiteX12-571" fmla="*/ 4703828 w 5818497"/>
              <a:gd name="connsiteY12-572" fmla="*/ 2617354 h 4165294"/>
              <a:gd name="connsiteX13-573" fmla="*/ 4718119 w 5818497"/>
              <a:gd name="connsiteY13-574" fmla="*/ 2615000 h 4165294"/>
              <a:gd name="connsiteX14-575" fmla="*/ 4775727 w 5818497"/>
              <a:gd name="connsiteY14-576" fmla="*/ 2593915 h 4165294"/>
              <a:gd name="connsiteX15-577" fmla="*/ 5014740 w 5818497"/>
              <a:gd name="connsiteY15-578" fmla="*/ 2557780 h 4165294"/>
              <a:gd name="connsiteX16-579" fmla="*/ 5818497 w 5818497"/>
              <a:gd name="connsiteY16-580" fmla="*/ 3361537 h 4165294"/>
              <a:gd name="connsiteX17-581" fmla="*/ 5014740 w 5818497"/>
              <a:gd name="connsiteY17-582" fmla="*/ 4165294 h 4165294"/>
              <a:gd name="connsiteX18-583" fmla="*/ 4274146 w 5818497"/>
              <a:gd name="connsiteY18-584" fmla="*/ 3674396 h 4165294"/>
              <a:gd name="connsiteX19-585" fmla="*/ 4248162 w 5818497"/>
              <a:gd name="connsiteY19-586" fmla="*/ 3590689 h 4165294"/>
              <a:gd name="connsiteX20-587" fmla="*/ 4226990 w 5818497"/>
              <a:gd name="connsiteY20-588" fmla="*/ 3554733 h 4165294"/>
              <a:gd name="connsiteX21-589" fmla="*/ 3995376 w 5818497"/>
              <a:gd name="connsiteY21-590" fmla="*/ 3275751 h 4165294"/>
              <a:gd name="connsiteX22-591" fmla="*/ 3539283 w 5818497"/>
              <a:gd name="connsiteY22-592" fmla="*/ 3328741 h 4165294"/>
              <a:gd name="connsiteX23-593" fmla="*/ 3511120 w 5818497"/>
              <a:gd name="connsiteY23-594" fmla="*/ 3334853 h 4165294"/>
              <a:gd name="connsiteX24-595" fmla="*/ 3458417 w 5818497"/>
              <a:gd name="connsiteY24-596" fmla="*/ 3360241 h 4165294"/>
              <a:gd name="connsiteX25-597" fmla="*/ 2971284 w 5818497"/>
              <a:gd name="connsiteY25-598" fmla="*/ 3458588 h 4165294"/>
              <a:gd name="connsiteX26-599" fmla="*/ 2374754 w 5818497"/>
              <a:gd name="connsiteY26-600" fmla="*/ 3307541 h 4165294"/>
              <a:gd name="connsiteX27-601" fmla="*/ 2342878 w 5818497"/>
              <a:gd name="connsiteY27-602" fmla="*/ 3288176 h 4165294"/>
              <a:gd name="connsiteX28-603" fmla="*/ 2193178 w 5818497"/>
              <a:gd name="connsiteY28-604" fmla="*/ 3269386 h 4165294"/>
              <a:gd name="connsiteX29-605" fmla="*/ 1840169 w 5818497"/>
              <a:gd name="connsiteY29-606" fmla="*/ 3296069 h 4165294"/>
              <a:gd name="connsiteX30-607" fmla="*/ 1576013 w 5818497"/>
              <a:gd name="connsiteY30-608" fmla="*/ 3614421 h 4165294"/>
              <a:gd name="connsiteX31-609" fmla="*/ 1551209 w 5818497"/>
              <a:gd name="connsiteY31-610" fmla="*/ 3652303 h 4165294"/>
              <a:gd name="connsiteX32-611" fmla="*/ 1544351 w 5818497"/>
              <a:gd name="connsiteY32-612" fmla="*/ 3674396 h 4165294"/>
              <a:gd name="connsiteX33-613" fmla="*/ 803757 w 5818497"/>
              <a:gd name="connsiteY33-614" fmla="*/ 4165294 h 4165294"/>
              <a:gd name="connsiteX34-615" fmla="*/ 0 w 5818497"/>
              <a:gd name="connsiteY34-616" fmla="*/ 3361537 h 4165294"/>
              <a:gd name="connsiteX35-617" fmla="*/ 803757 w 5818497"/>
              <a:gd name="connsiteY35-618" fmla="*/ 2557780 h 4165294"/>
              <a:gd name="connsiteX36-619" fmla="*/ 965742 w 5818497"/>
              <a:gd name="connsiteY36-620" fmla="*/ 2574110 h 4165294"/>
              <a:gd name="connsiteX37-621" fmla="*/ 1002048 w 5818497"/>
              <a:gd name="connsiteY37-622" fmla="*/ 2583445 h 4165294"/>
              <a:gd name="connsiteX38-623" fmla="*/ 1055249 w 5818497"/>
              <a:gd name="connsiteY38-624" fmla="*/ 2584470 h 4165294"/>
              <a:gd name="connsiteX39-625" fmla="*/ 1553720 w 5818497"/>
              <a:gd name="connsiteY39-626" fmla="*/ 2598615 h 4165294"/>
              <a:gd name="connsiteX40-627" fmla="*/ 1716458 w 5818497"/>
              <a:gd name="connsiteY40-628" fmla="*/ 2362710 h 4165294"/>
              <a:gd name="connsiteX41-629" fmla="*/ 1719802 w 5818497"/>
              <a:gd name="connsiteY41-630" fmla="*/ 2207107 h 4165294"/>
              <a:gd name="connsiteX42-631" fmla="*/ 1715900 w 5818497"/>
              <a:gd name="connsiteY42-632" fmla="*/ 2072087 h 4165294"/>
              <a:gd name="connsiteX43-633" fmla="*/ 1583145 w 5818497"/>
              <a:gd name="connsiteY43-634" fmla="*/ 1774992 h 4165294"/>
              <a:gd name="connsiteX44-635" fmla="*/ 1291962 w 5818497"/>
              <a:gd name="connsiteY44-636" fmla="*/ 1721384 h 4165294"/>
              <a:gd name="connsiteX45-637" fmla="*/ 1284260 w 5818497"/>
              <a:gd name="connsiteY45-638" fmla="*/ 1721034 h 4165294"/>
              <a:gd name="connsiteX46-639" fmla="*/ 1230947 w 5818497"/>
              <a:gd name="connsiteY46-640" fmla="*/ 1734742 h 4165294"/>
              <a:gd name="connsiteX47-641" fmla="*/ 1068962 w 5818497"/>
              <a:gd name="connsiteY47-642" fmla="*/ 1751071 h 4165294"/>
              <a:gd name="connsiteX48-643" fmla="*/ 265205 w 5818497"/>
              <a:gd name="connsiteY48-644" fmla="*/ 947314 h 4165294"/>
              <a:gd name="connsiteX49-645" fmla="*/ 1068962 w 5818497"/>
              <a:gd name="connsiteY49-646" fmla="*/ 143557 h 4165294"/>
              <a:gd name="connsiteX50-647" fmla="*/ 1872719 w 5818497"/>
              <a:gd name="connsiteY50-648" fmla="*/ 947314 h 4165294"/>
              <a:gd name="connsiteX51-649" fmla="*/ 1868985 w 5818497"/>
              <a:gd name="connsiteY51-650" fmla="*/ 984362 h 4165294"/>
              <a:gd name="connsiteX52-651" fmla="*/ 1879506 w 5818497"/>
              <a:gd name="connsiteY52-652" fmla="*/ 1023448 h 4165294"/>
              <a:gd name="connsiteX53-653" fmla="*/ 1975329 w 5818497"/>
              <a:gd name="connsiteY53-654" fmla="*/ 1145479 h 4165294"/>
              <a:gd name="connsiteX54-655" fmla="*/ 2379629 w 5818497"/>
              <a:gd name="connsiteY54-656" fmla="*/ 1086880 h 4165294"/>
              <a:gd name="connsiteX55-657" fmla="*/ 2459908 w 5818497"/>
              <a:gd name="connsiteY55-658" fmla="*/ 1065652 h 4165294"/>
              <a:gd name="connsiteX56-659" fmla="*/ 2484151 w 5818497"/>
              <a:gd name="connsiteY56-660" fmla="*/ 1053974 h 4165294"/>
              <a:gd name="connsiteX57-661" fmla="*/ 2971284 w 5818497"/>
              <a:gd name="connsiteY57-662" fmla="*/ 955626 h 4165294"/>
              <a:gd name="connsiteX58-663" fmla="*/ 3343437 w 5818497"/>
              <a:gd name="connsiteY58-664" fmla="*/ 1011890 h 4165294"/>
              <a:gd name="connsiteX59-665" fmla="*/ 3365408 w 5818497"/>
              <a:gd name="connsiteY59-666" fmla="*/ 1019932 h 4165294"/>
              <a:gd name="connsiteX60-667" fmla="*/ 3463768 w 5818497"/>
              <a:gd name="connsiteY60-668" fmla="*/ 1043649 h 4165294"/>
              <a:gd name="connsiteX61-669" fmla="*/ 3801864 w 5818497"/>
              <a:gd name="connsiteY61-670" fmla="*/ 1089506 h 4165294"/>
              <a:gd name="connsiteX62-671" fmla="*/ 3876290 w 5818497"/>
              <a:gd name="connsiteY62-672" fmla="*/ 903837 h 4165294"/>
              <a:gd name="connsiteX63-673" fmla="*/ 3876558 w 5818497"/>
              <a:gd name="connsiteY63-674" fmla="*/ 891035 h 4165294"/>
              <a:gd name="connsiteX64-675" fmla="*/ 3867759 w 5818497"/>
              <a:gd name="connsiteY64-676" fmla="*/ 803757 h 4165294"/>
              <a:gd name="connsiteX65-677" fmla="*/ 4671516 w 5818497"/>
              <a:gd name="connsiteY65-678" fmla="*/ 0 h 4165294"/>
              <a:gd name="connsiteX0-679" fmla="*/ 4671516 w 5818497"/>
              <a:gd name="connsiteY0-680" fmla="*/ 0 h 4165294"/>
              <a:gd name="connsiteX1-681" fmla="*/ 5475273 w 5818497"/>
              <a:gd name="connsiteY1-682" fmla="*/ 803757 h 4165294"/>
              <a:gd name="connsiteX2-683" fmla="*/ 4671516 w 5818497"/>
              <a:gd name="connsiteY2-684" fmla="*/ 1607514 h 4165294"/>
              <a:gd name="connsiteX3-685" fmla="*/ 4655092 w 5818497"/>
              <a:gd name="connsiteY3-686" fmla="*/ 1606685 h 4165294"/>
              <a:gd name="connsiteX4-687" fmla="*/ 4589316 w 5818497"/>
              <a:gd name="connsiteY4-688" fmla="*/ 1613562 h 4165294"/>
              <a:gd name="connsiteX5-689" fmla="*/ 4248904 w 5818497"/>
              <a:gd name="connsiteY5-690" fmla="*/ 1681327 h 4165294"/>
              <a:gd name="connsiteX6-691" fmla="*/ 4192698 w 5818497"/>
              <a:gd name="connsiteY6-692" fmla="*/ 1863939 h 4165294"/>
              <a:gd name="connsiteX7-693" fmla="*/ 4193822 w 5818497"/>
              <a:gd name="connsiteY7-694" fmla="*/ 1941207 h 4165294"/>
              <a:gd name="connsiteX8-695" fmla="*/ 4222766 w 5818497"/>
              <a:gd name="connsiteY8-696" fmla="*/ 2207107 h 4165294"/>
              <a:gd name="connsiteX9-697" fmla="*/ 4218267 w 5818497"/>
              <a:gd name="connsiteY9-698" fmla="*/ 2296208 h 4165294"/>
              <a:gd name="connsiteX10-699" fmla="*/ 4234902 w 5818497"/>
              <a:gd name="connsiteY10-700" fmla="*/ 2424239 h 4165294"/>
              <a:gd name="connsiteX11-701" fmla="*/ 4336434 w 5818497"/>
              <a:gd name="connsiteY11-702" fmla="*/ 2632908 h 4165294"/>
              <a:gd name="connsiteX12-703" fmla="*/ 4703828 w 5818497"/>
              <a:gd name="connsiteY12-704" fmla="*/ 2617354 h 4165294"/>
              <a:gd name="connsiteX13-705" fmla="*/ 4718119 w 5818497"/>
              <a:gd name="connsiteY13-706" fmla="*/ 2615000 h 4165294"/>
              <a:gd name="connsiteX14-707" fmla="*/ 4775727 w 5818497"/>
              <a:gd name="connsiteY14-708" fmla="*/ 2593915 h 4165294"/>
              <a:gd name="connsiteX15-709" fmla="*/ 5014740 w 5818497"/>
              <a:gd name="connsiteY15-710" fmla="*/ 2557780 h 4165294"/>
              <a:gd name="connsiteX16-711" fmla="*/ 5818497 w 5818497"/>
              <a:gd name="connsiteY16-712" fmla="*/ 3361537 h 4165294"/>
              <a:gd name="connsiteX17-713" fmla="*/ 5014740 w 5818497"/>
              <a:gd name="connsiteY17-714" fmla="*/ 4165294 h 4165294"/>
              <a:gd name="connsiteX18-715" fmla="*/ 4274146 w 5818497"/>
              <a:gd name="connsiteY18-716" fmla="*/ 3674396 h 4165294"/>
              <a:gd name="connsiteX19-717" fmla="*/ 4248162 w 5818497"/>
              <a:gd name="connsiteY19-718" fmla="*/ 3590689 h 4165294"/>
              <a:gd name="connsiteX20-719" fmla="*/ 4226990 w 5818497"/>
              <a:gd name="connsiteY20-720" fmla="*/ 3554733 h 4165294"/>
              <a:gd name="connsiteX21-721" fmla="*/ 3995376 w 5818497"/>
              <a:gd name="connsiteY21-722" fmla="*/ 3275751 h 4165294"/>
              <a:gd name="connsiteX22-723" fmla="*/ 3539283 w 5818497"/>
              <a:gd name="connsiteY22-724" fmla="*/ 3328741 h 4165294"/>
              <a:gd name="connsiteX23-725" fmla="*/ 3511120 w 5818497"/>
              <a:gd name="connsiteY23-726" fmla="*/ 3334853 h 4165294"/>
              <a:gd name="connsiteX24-727" fmla="*/ 3458417 w 5818497"/>
              <a:gd name="connsiteY24-728" fmla="*/ 3360241 h 4165294"/>
              <a:gd name="connsiteX25-729" fmla="*/ 2971284 w 5818497"/>
              <a:gd name="connsiteY25-730" fmla="*/ 3458588 h 4165294"/>
              <a:gd name="connsiteX26-731" fmla="*/ 2374754 w 5818497"/>
              <a:gd name="connsiteY26-732" fmla="*/ 3307541 h 4165294"/>
              <a:gd name="connsiteX27-733" fmla="*/ 2342878 w 5818497"/>
              <a:gd name="connsiteY27-734" fmla="*/ 3288176 h 4165294"/>
              <a:gd name="connsiteX28-735" fmla="*/ 2193178 w 5818497"/>
              <a:gd name="connsiteY28-736" fmla="*/ 3269386 h 4165294"/>
              <a:gd name="connsiteX29-737" fmla="*/ 1840169 w 5818497"/>
              <a:gd name="connsiteY29-738" fmla="*/ 3296069 h 4165294"/>
              <a:gd name="connsiteX30-739" fmla="*/ 1576013 w 5818497"/>
              <a:gd name="connsiteY30-740" fmla="*/ 3614421 h 4165294"/>
              <a:gd name="connsiteX31-741" fmla="*/ 1551209 w 5818497"/>
              <a:gd name="connsiteY31-742" fmla="*/ 3652303 h 4165294"/>
              <a:gd name="connsiteX32-743" fmla="*/ 1544351 w 5818497"/>
              <a:gd name="connsiteY32-744" fmla="*/ 3674396 h 4165294"/>
              <a:gd name="connsiteX33-745" fmla="*/ 803757 w 5818497"/>
              <a:gd name="connsiteY33-746" fmla="*/ 4165294 h 4165294"/>
              <a:gd name="connsiteX34-747" fmla="*/ 0 w 5818497"/>
              <a:gd name="connsiteY34-748" fmla="*/ 3361537 h 4165294"/>
              <a:gd name="connsiteX35-749" fmla="*/ 803757 w 5818497"/>
              <a:gd name="connsiteY35-750" fmla="*/ 2557780 h 4165294"/>
              <a:gd name="connsiteX36-751" fmla="*/ 965742 w 5818497"/>
              <a:gd name="connsiteY36-752" fmla="*/ 2574110 h 4165294"/>
              <a:gd name="connsiteX37-753" fmla="*/ 1002048 w 5818497"/>
              <a:gd name="connsiteY37-754" fmla="*/ 2583445 h 4165294"/>
              <a:gd name="connsiteX38-755" fmla="*/ 1055249 w 5818497"/>
              <a:gd name="connsiteY38-756" fmla="*/ 2584470 h 4165294"/>
              <a:gd name="connsiteX39-757" fmla="*/ 1553720 w 5818497"/>
              <a:gd name="connsiteY39-758" fmla="*/ 2598615 h 4165294"/>
              <a:gd name="connsiteX40-759" fmla="*/ 1716458 w 5818497"/>
              <a:gd name="connsiteY40-760" fmla="*/ 2362710 h 4165294"/>
              <a:gd name="connsiteX41-761" fmla="*/ 1719802 w 5818497"/>
              <a:gd name="connsiteY41-762" fmla="*/ 2207107 h 4165294"/>
              <a:gd name="connsiteX42-763" fmla="*/ 1715900 w 5818497"/>
              <a:gd name="connsiteY42-764" fmla="*/ 2072087 h 4165294"/>
              <a:gd name="connsiteX43-765" fmla="*/ 1583145 w 5818497"/>
              <a:gd name="connsiteY43-766" fmla="*/ 1774992 h 4165294"/>
              <a:gd name="connsiteX44-767" fmla="*/ 1291962 w 5818497"/>
              <a:gd name="connsiteY44-768" fmla="*/ 1721384 h 4165294"/>
              <a:gd name="connsiteX45-769" fmla="*/ 1284260 w 5818497"/>
              <a:gd name="connsiteY45-770" fmla="*/ 1721034 h 4165294"/>
              <a:gd name="connsiteX46-771" fmla="*/ 1230947 w 5818497"/>
              <a:gd name="connsiteY46-772" fmla="*/ 1734742 h 4165294"/>
              <a:gd name="connsiteX47-773" fmla="*/ 1068962 w 5818497"/>
              <a:gd name="connsiteY47-774" fmla="*/ 1751071 h 4165294"/>
              <a:gd name="connsiteX48-775" fmla="*/ 265205 w 5818497"/>
              <a:gd name="connsiteY48-776" fmla="*/ 947314 h 4165294"/>
              <a:gd name="connsiteX49-777" fmla="*/ 1068962 w 5818497"/>
              <a:gd name="connsiteY49-778" fmla="*/ 143557 h 4165294"/>
              <a:gd name="connsiteX50-779" fmla="*/ 1872719 w 5818497"/>
              <a:gd name="connsiteY50-780" fmla="*/ 947314 h 4165294"/>
              <a:gd name="connsiteX51-781" fmla="*/ 1868985 w 5818497"/>
              <a:gd name="connsiteY51-782" fmla="*/ 984362 h 4165294"/>
              <a:gd name="connsiteX52-783" fmla="*/ 1879506 w 5818497"/>
              <a:gd name="connsiteY52-784" fmla="*/ 1023448 h 4165294"/>
              <a:gd name="connsiteX53-785" fmla="*/ 1975329 w 5818497"/>
              <a:gd name="connsiteY53-786" fmla="*/ 1145479 h 4165294"/>
              <a:gd name="connsiteX54-787" fmla="*/ 2379629 w 5818497"/>
              <a:gd name="connsiteY54-788" fmla="*/ 1086880 h 4165294"/>
              <a:gd name="connsiteX55-789" fmla="*/ 2459908 w 5818497"/>
              <a:gd name="connsiteY55-790" fmla="*/ 1065652 h 4165294"/>
              <a:gd name="connsiteX56-791" fmla="*/ 2484151 w 5818497"/>
              <a:gd name="connsiteY56-792" fmla="*/ 1053974 h 4165294"/>
              <a:gd name="connsiteX57-793" fmla="*/ 2971284 w 5818497"/>
              <a:gd name="connsiteY57-794" fmla="*/ 955626 h 4165294"/>
              <a:gd name="connsiteX58-795" fmla="*/ 3343437 w 5818497"/>
              <a:gd name="connsiteY58-796" fmla="*/ 1011890 h 4165294"/>
              <a:gd name="connsiteX59-797" fmla="*/ 3365408 w 5818497"/>
              <a:gd name="connsiteY59-798" fmla="*/ 1019932 h 4165294"/>
              <a:gd name="connsiteX60-799" fmla="*/ 3463768 w 5818497"/>
              <a:gd name="connsiteY60-800" fmla="*/ 1043649 h 4165294"/>
              <a:gd name="connsiteX61-801" fmla="*/ 3801864 w 5818497"/>
              <a:gd name="connsiteY61-802" fmla="*/ 1089506 h 4165294"/>
              <a:gd name="connsiteX62-803" fmla="*/ 3876290 w 5818497"/>
              <a:gd name="connsiteY62-804" fmla="*/ 903837 h 4165294"/>
              <a:gd name="connsiteX63-805" fmla="*/ 3876558 w 5818497"/>
              <a:gd name="connsiteY63-806" fmla="*/ 891035 h 4165294"/>
              <a:gd name="connsiteX64-807" fmla="*/ 3867759 w 5818497"/>
              <a:gd name="connsiteY64-808" fmla="*/ 803757 h 4165294"/>
              <a:gd name="connsiteX65-809" fmla="*/ 4671516 w 5818497"/>
              <a:gd name="connsiteY65-810" fmla="*/ 0 h 4165294"/>
              <a:gd name="connsiteX0-811" fmla="*/ 4671516 w 5818497"/>
              <a:gd name="connsiteY0-812" fmla="*/ 0 h 4165294"/>
              <a:gd name="connsiteX1-813" fmla="*/ 5475273 w 5818497"/>
              <a:gd name="connsiteY1-814" fmla="*/ 803757 h 4165294"/>
              <a:gd name="connsiteX2-815" fmla="*/ 4671516 w 5818497"/>
              <a:gd name="connsiteY2-816" fmla="*/ 1607514 h 4165294"/>
              <a:gd name="connsiteX3-817" fmla="*/ 4655092 w 5818497"/>
              <a:gd name="connsiteY3-818" fmla="*/ 1606685 h 4165294"/>
              <a:gd name="connsiteX4-819" fmla="*/ 4589316 w 5818497"/>
              <a:gd name="connsiteY4-820" fmla="*/ 1613562 h 4165294"/>
              <a:gd name="connsiteX5-821" fmla="*/ 4248904 w 5818497"/>
              <a:gd name="connsiteY5-822" fmla="*/ 1681327 h 4165294"/>
              <a:gd name="connsiteX6-823" fmla="*/ 4192698 w 5818497"/>
              <a:gd name="connsiteY6-824" fmla="*/ 1863939 h 4165294"/>
              <a:gd name="connsiteX7-825" fmla="*/ 4193822 w 5818497"/>
              <a:gd name="connsiteY7-826" fmla="*/ 1941207 h 4165294"/>
              <a:gd name="connsiteX8-827" fmla="*/ 4222766 w 5818497"/>
              <a:gd name="connsiteY8-828" fmla="*/ 2207107 h 4165294"/>
              <a:gd name="connsiteX9-829" fmla="*/ 4218267 w 5818497"/>
              <a:gd name="connsiteY9-830" fmla="*/ 2296208 h 4165294"/>
              <a:gd name="connsiteX10-831" fmla="*/ 4234902 w 5818497"/>
              <a:gd name="connsiteY10-832" fmla="*/ 2424239 h 4165294"/>
              <a:gd name="connsiteX11-833" fmla="*/ 4336434 w 5818497"/>
              <a:gd name="connsiteY11-834" fmla="*/ 2632908 h 4165294"/>
              <a:gd name="connsiteX12-835" fmla="*/ 4703828 w 5818497"/>
              <a:gd name="connsiteY12-836" fmla="*/ 2617354 h 4165294"/>
              <a:gd name="connsiteX13-837" fmla="*/ 4718119 w 5818497"/>
              <a:gd name="connsiteY13-838" fmla="*/ 2615000 h 4165294"/>
              <a:gd name="connsiteX14-839" fmla="*/ 4775727 w 5818497"/>
              <a:gd name="connsiteY14-840" fmla="*/ 2593915 h 4165294"/>
              <a:gd name="connsiteX15-841" fmla="*/ 5014740 w 5818497"/>
              <a:gd name="connsiteY15-842" fmla="*/ 2557780 h 4165294"/>
              <a:gd name="connsiteX16-843" fmla="*/ 5818497 w 5818497"/>
              <a:gd name="connsiteY16-844" fmla="*/ 3361537 h 4165294"/>
              <a:gd name="connsiteX17-845" fmla="*/ 5014740 w 5818497"/>
              <a:gd name="connsiteY17-846" fmla="*/ 4165294 h 4165294"/>
              <a:gd name="connsiteX18-847" fmla="*/ 4274146 w 5818497"/>
              <a:gd name="connsiteY18-848" fmla="*/ 3674396 h 4165294"/>
              <a:gd name="connsiteX19-849" fmla="*/ 4248162 w 5818497"/>
              <a:gd name="connsiteY19-850" fmla="*/ 3590689 h 4165294"/>
              <a:gd name="connsiteX20-851" fmla="*/ 4226990 w 5818497"/>
              <a:gd name="connsiteY20-852" fmla="*/ 3554733 h 4165294"/>
              <a:gd name="connsiteX21-853" fmla="*/ 3995376 w 5818497"/>
              <a:gd name="connsiteY21-854" fmla="*/ 3275751 h 4165294"/>
              <a:gd name="connsiteX22-855" fmla="*/ 3539283 w 5818497"/>
              <a:gd name="connsiteY22-856" fmla="*/ 3328741 h 4165294"/>
              <a:gd name="connsiteX23-857" fmla="*/ 3511120 w 5818497"/>
              <a:gd name="connsiteY23-858" fmla="*/ 3334853 h 4165294"/>
              <a:gd name="connsiteX24-859" fmla="*/ 3458417 w 5818497"/>
              <a:gd name="connsiteY24-860" fmla="*/ 3360241 h 4165294"/>
              <a:gd name="connsiteX25-861" fmla="*/ 2971284 w 5818497"/>
              <a:gd name="connsiteY25-862" fmla="*/ 3458588 h 4165294"/>
              <a:gd name="connsiteX26-863" fmla="*/ 2374754 w 5818497"/>
              <a:gd name="connsiteY26-864" fmla="*/ 3307541 h 4165294"/>
              <a:gd name="connsiteX27-865" fmla="*/ 2193178 w 5818497"/>
              <a:gd name="connsiteY27-866" fmla="*/ 3269386 h 4165294"/>
              <a:gd name="connsiteX28-867" fmla="*/ 1840169 w 5818497"/>
              <a:gd name="connsiteY28-868" fmla="*/ 3296069 h 4165294"/>
              <a:gd name="connsiteX29-869" fmla="*/ 1576013 w 5818497"/>
              <a:gd name="connsiteY29-870" fmla="*/ 3614421 h 4165294"/>
              <a:gd name="connsiteX30-871" fmla="*/ 1551209 w 5818497"/>
              <a:gd name="connsiteY30-872" fmla="*/ 3652303 h 4165294"/>
              <a:gd name="connsiteX31-873" fmla="*/ 1544351 w 5818497"/>
              <a:gd name="connsiteY31-874" fmla="*/ 3674396 h 4165294"/>
              <a:gd name="connsiteX32-875" fmla="*/ 803757 w 5818497"/>
              <a:gd name="connsiteY32-876" fmla="*/ 4165294 h 4165294"/>
              <a:gd name="connsiteX33-877" fmla="*/ 0 w 5818497"/>
              <a:gd name="connsiteY33-878" fmla="*/ 3361537 h 4165294"/>
              <a:gd name="connsiteX34-879" fmla="*/ 803757 w 5818497"/>
              <a:gd name="connsiteY34-880" fmla="*/ 2557780 h 4165294"/>
              <a:gd name="connsiteX35-881" fmla="*/ 965742 w 5818497"/>
              <a:gd name="connsiteY35-882" fmla="*/ 2574110 h 4165294"/>
              <a:gd name="connsiteX36-883" fmla="*/ 1002048 w 5818497"/>
              <a:gd name="connsiteY36-884" fmla="*/ 2583445 h 4165294"/>
              <a:gd name="connsiteX37-885" fmla="*/ 1055249 w 5818497"/>
              <a:gd name="connsiteY37-886" fmla="*/ 2584470 h 4165294"/>
              <a:gd name="connsiteX38-887" fmla="*/ 1553720 w 5818497"/>
              <a:gd name="connsiteY38-888" fmla="*/ 2598615 h 4165294"/>
              <a:gd name="connsiteX39-889" fmla="*/ 1716458 w 5818497"/>
              <a:gd name="connsiteY39-890" fmla="*/ 2362710 h 4165294"/>
              <a:gd name="connsiteX40-891" fmla="*/ 1719802 w 5818497"/>
              <a:gd name="connsiteY40-892" fmla="*/ 2207107 h 4165294"/>
              <a:gd name="connsiteX41-893" fmla="*/ 1715900 w 5818497"/>
              <a:gd name="connsiteY41-894" fmla="*/ 2072087 h 4165294"/>
              <a:gd name="connsiteX42-895" fmla="*/ 1583145 w 5818497"/>
              <a:gd name="connsiteY42-896" fmla="*/ 1774992 h 4165294"/>
              <a:gd name="connsiteX43-897" fmla="*/ 1291962 w 5818497"/>
              <a:gd name="connsiteY43-898" fmla="*/ 1721384 h 4165294"/>
              <a:gd name="connsiteX44-899" fmla="*/ 1284260 w 5818497"/>
              <a:gd name="connsiteY44-900" fmla="*/ 1721034 h 4165294"/>
              <a:gd name="connsiteX45-901" fmla="*/ 1230947 w 5818497"/>
              <a:gd name="connsiteY45-902" fmla="*/ 1734742 h 4165294"/>
              <a:gd name="connsiteX46-903" fmla="*/ 1068962 w 5818497"/>
              <a:gd name="connsiteY46-904" fmla="*/ 1751071 h 4165294"/>
              <a:gd name="connsiteX47-905" fmla="*/ 265205 w 5818497"/>
              <a:gd name="connsiteY47-906" fmla="*/ 947314 h 4165294"/>
              <a:gd name="connsiteX48-907" fmla="*/ 1068962 w 5818497"/>
              <a:gd name="connsiteY48-908" fmla="*/ 143557 h 4165294"/>
              <a:gd name="connsiteX49-909" fmla="*/ 1872719 w 5818497"/>
              <a:gd name="connsiteY49-910" fmla="*/ 947314 h 4165294"/>
              <a:gd name="connsiteX50-911" fmla="*/ 1868985 w 5818497"/>
              <a:gd name="connsiteY50-912" fmla="*/ 984362 h 4165294"/>
              <a:gd name="connsiteX51-913" fmla="*/ 1879506 w 5818497"/>
              <a:gd name="connsiteY51-914" fmla="*/ 1023448 h 4165294"/>
              <a:gd name="connsiteX52-915" fmla="*/ 1975329 w 5818497"/>
              <a:gd name="connsiteY52-916" fmla="*/ 1145479 h 4165294"/>
              <a:gd name="connsiteX53-917" fmla="*/ 2379629 w 5818497"/>
              <a:gd name="connsiteY53-918" fmla="*/ 1086880 h 4165294"/>
              <a:gd name="connsiteX54-919" fmla="*/ 2459908 w 5818497"/>
              <a:gd name="connsiteY54-920" fmla="*/ 1065652 h 4165294"/>
              <a:gd name="connsiteX55-921" fmla="*/ 2484151 w 5818497"/>
              <a:gd name="connsiteY55-922" fmla="*/ 1053974 h 4165294"/>
              <a:gd name="connsiteX56-923" fmla="*/ 2971284 w 5818497"/>
              <a:gd name="connsiteY56-924" fmla="*/ 955626 h 4165294"/>
              <a:gd name="connsiteX57-925" fmla="*/ 3343437 w 5818497"/>
              <a:gd name="connsiteY57-926" fmla="*/ 1011890 h 4165294"/>
              <a:gd name="connsiteX58-927" fmla="*/ 3365408 w 5818497"/>
              <a:gd name="connsiteY58-928" fmla="*/ 1019932 h 4165294"/>
              <a:gd name="connsiteX59-929" fmla="*/ 3463768 w 5818497"/>
              <a:gd name="connsiteY59-930" fmla="*/ 1043649 h 4165294"/>
              <a:gd name="connsiteX60-931" fmla="*/ 3801864 w 5818497"/>
              <a:gd name="connsiteY60-932" fmla="*/ 1089506 h 4165294"/>
              <a:gd name="connsiteX61-933" fmla="*/ 3876290 w 5818497"/>
              <a:gd name="connsiteY61-934" fmla="*/ 903837 h 4165294"/>
              <a:gd name="connsiteX62-935" fmla="*/ 3876558 w 5818497"/>
              <a:gd name="connsiteY62-936" fmla="*/ 891035 h 4165294"/>
              <a:gd name="connsiteX63-937" fmla="*/ 3867759 w 5818497"/>
              <a:gd name="connsiteY63-938" fmla="*/ 803757 h 4165294"/>
              <a:gd name="connsiteX64-939" fmla="*/ 4671516 w 5818497"/>
              <a:gd name="connsiteY64-940" fmla="*/ 0 h 4165294"/>
              <a:gd name="connsiteX0-941" fmla="*/ 4671516 w 5818497"/>
              <a:gd name="connsiteY0-942" fmla="*/ 0 h 4165294"/>
              <a:gd name="connsiteX1-943" fmla="*/ 5475273 w 5818497"/>
              <a:gd name="connsiteY1-944" fmla="*/ 803757 h 4165294"/>
              <a:gd name="connsiteX2-945" fmla="*/ 4671516 w 5818497"/>
              <a:gd name="connsiteY2-946" fmla="*/ 1607514 h 4165294"/>
              <a:gd name="connsiteX3-947" fmla="*/ 4655092 w 5818497"/>
              <a:gd name="connsiteY3-948" fmla="*/ 1606685 h 4165294"/>
              <a:gd name="connsiteX4-949" fmla="*/ 4589316 w 5818497"/>
              <a:gd name="connsiteY4-950" fmla="*/ 1613562 h 4165294"/>
              <a:gd name="connsiteX5-951" fmla="*/ 4248904 w 5818497"/>
              <a:gd name="connsiteY5-952" fmla="*/ 1681327 h 4165294"/>
              <a:gd name="connsiteX6-953" fmla="*/ 4192698 w 5818497"/>
              <a:gd name="connsiteY6-954" fmla="*/ 1863939 h 4165294"/>
              <a:gd name="connsiteX7-955" fmla="*/ 4193822 w 5818497"/>
              <a:gd name="connsiteY7-956" fmla="*/ 1941207 h 4165294"/>
              <a:gd name="connsiteX8-957" fmla="*/ 4222766 w 5818497"/>
              <a:gd name="connsiteY8-958" fmla="*/ 2207107 h 4165294"/>
              <a:gd name="connsiteX9-959" fmla="*/ 4218267 w 5818497"/>
              <a:gd name="connsiteY9-960" fmla="*/ 2296208 h 4165294"/>
              <a:gd name="connsiteX10-961" fmla="*/ 4234902 w 5818497"/>
              <a:gd name="connsiteY10-962" fmla="*/ 2424239 h 4165294"/>
              <a:gd name="connsiteX11-963" fmla="*/ 4336434 w 5818497"/>
              <a:gd name="connsiteY11-964" fmla="*/ 2632908 h 4165294"/>
              <a:gd name="connsiteX12-965" fmla="*/ 4703828 w 5818497"/>
              <a:gd name="connsiteY12-966" fmla="*/ 2617354 h 4165294"/>
              <a:gd name="connsiteX13-967" fmla="*/ 4718119 w 5818497"/>
              <a:gd name="connsiteY13-968" fmla="*/ 2615000 h 4165294"/>
              <a:gd name="connsiteX14-969" fmla="*/ 4775727 w 5818497"/>
              <a:gd name="connsiteY14-970" fmla="*/ 2593915 h 4165294"/>
              <a:gd name="connsiteX15-971" fmla="*/ 5014740 w 5818497"/>
              <a:gd name="connsiteY15-972" fmla="*/ 2557780 h 4165294"/>
              <a:gd name="connsiteX16-973" fmla="*/ 5818497 w 5818497"/>
              <a:gd name="connsiteY16-974" fmla="*/ 3361537 h 4165294"/>
              <a:gd name="connsiteX17-975" fmla="*/ 5014740 w 5818497"/>
              <a:gd name="connsiteY17-976" fmla="*/ 4165294 h 4165294"/>
              <a:gd name="connsiteX18-977" fmla="*/ 4274146 w 5818497"/>
              <a:gd name="connsiteY18-978" fmla="*/ 3674396 h 4165294"/>
              <a:gd name="connsiteX19-979" fmla="*/ 4248162 w 5818497"/>
              <a:gd name="connsiteY19-980" fmla="*/ 3590689 h 4165294"/>
              <a:gd name="connsiteX20-981" fmla="*/ 4226990 w 5818497"/>
              <a:gd name="connsiteY20-982" fmla="*/ 3554733 h 4165294"/>
              <a:gd name="connsiteX21-983" fmla="*/ 3995376 w 5818497"/>
              <a:gd name="connsiteY21-984" fmla="*/ 3275751 h 4165294"/>
              <a:gd name="connsiteX22-985" fmla="*/ 3539283 w 5818497"/>
              <a:gd name="connsiteY22-986" fmla="*/ 3328741 h 4165294"/>
              <a:gd name="connsiteX23-987" fmla="*/ 3511120 w 5818497"/>
              <a:gd name="connsiteY23-988" fmla="*/ 3334853 h 4165294"/>
              <a:gd name="connsiteX24-989" fmla="*/ 3458417 w 5818497"/>
              <a:gd name="connsiteY24-990" fmla="*/ 3360241 h 4165294"/>
              <a:gd name="connsiteX25-991" fmla="*/ 2971284 w 5818497"/>
              <a:gd name="connsiteY25-992" fmla="*/ 3458588 h 4165294"/>
              <a:gd name="connsiteX26-993" fmla="*/ 2374754 w 5818497"/>
              <a:gd name="connsiteY26-994" fmla="*/ 3307541 h 4165294"/>
              <a:gd name="connsiteX27-995" fmla="*/ 2193178 w 5818497"/>
              <a:gd name="connsiteY27-996" fmla="*/ 3269386 h 4165294"/>
              <a:gd name="connsiteX28-997" fmla="*/ 1840169 w 5818497"/>
              <a:gd name="connsiteY28-998" fmla="*/ 3296069 h 4165294"/>
              <a:gd name="connsiteX29-999" fmla="*/ 1576013 w 5818497"/>
              <a:gd name="connsiteY29-1000" fmla="*/ 3614421 h 4165294"/>
              <a:gd name="connsiteX30-1001" fmla="*/ 1551209 w 5818497"/>
              <a:gd name="connsiteY30-1002" fmla="*/ 3652303 h 4165294"/>
              <a:gd name="connsiteX31-1003" fmla="*/ 1544351 w 5818497"/>
              <a:gd name="connsiteY31-1004" fmla="*/ 3674396 h 4165294"/>
              <a:gd name="connsiteX32-1005" fmla="*/ 803757 w 5818497"/>
              <a:gd name="connsiteY32-1006" fmla="*/ 4165294 h 4165294"/>
              <a:gd name="connsiteX33-1007" fmla="*/ 0 w 5818497"/>
              <a:gd name="connsiteY33-1008" fmla="*/ 3361537 h 4165294"/>
              <a:gd name="connsiteX34-1009" fmla="*/ 803757 w 5818497"/>
              <a:gd name="connsiteY34-1010" fmla="*/ 2557780 h 4165294"/>
              <a:gd name="connsiteX35-1011" fmla="*/ 965742 w 5818497"/>
              <a:gd name="connsiteY35-1012" fmla="*/ 2574110 h 4165294"/>
              <a:gd name="connsiteX36-1013" fmla="*/ 1002048 w 5818497"/>
              <a:gd name="connsiteY36-1014" fmla="*/ 2583445 h 4165294"/>
              <a:gd name="connsiteX37-1015" fmla="*/ 1055249 w 5818497"/>
              <a:gd name="connsiteY37-1016" fmla="*/ 2584470 h 4165294"/>
              <a:gd name="connsiteX38-1017" fmla="*/ 1553720 w 5818497"/>
              <a:gd name="connsiteY38-1018" fmla="*/ 2598615 h 4165294"/>
              <a:gd name="connsiteX39-1019" fmla="*/ 1716458 w 5818497"/>
              <a:gd name="connsiteY39-1020" fmla="*/ 2362710 h 4165294"/>
              <a:gd name="connsiteX40-1021" fmla="*/ 1719802 w 5818497"/>
              <a:gd name="connsiteY40-1022" fmla="*/ 2207107 h 4165294"/>
              <a:gd name="connsiteX41-1023" fmla="*/ 1715900 w 5818497"/>
              <a:gd name="connsiteY41-1024" fmla="*/ 2072087 h 4165294"/>
              <a:gd name="connsiteX42-1025" fmla="*/ 1583145 w 5818497"/>
              <a:gd name="connsiteY42-1026" fmla="*/ 1774992 h 4165294"/>
              <a:gd name="connsiteX43-1027" fmla="*/ 1291962 w 5818497"/>
              <a:gd name="connsiteY43-1028" fmla="*/ 1721384 h 4165294"/>
              <a:gd name="connsiteX44-1029" fmla="*/ 1284260 w 5818497"/>
              <a:gd name="connsiteY44-1030" fmla="*/ 1721034 h 4165294"/>
              <a:gd name="connsiteX45-1031" fmla="*/ 1230947 w 5818497"/>
              <a:gd name="connsiteY45-1032" fmla="*/ 1734742 h 4165294"/>
              <a:gd name="connsiteX46-1033" fmla="*/ 1068962 w 5818497"/>
              <a:gd name="connsiteY46-1034" fmla="*/ 1751071 h 4165294"/>
              <a:gd name="connsiteX47-1035" fmla="*/ 265205 w 5818497"/>
              <a:gd name="connsiteY47-1036" fmla="*/ 947314 h 4165294"/>
              <a:gd name="connsiteX48-1037" fmla="*/ 1068962 w 5818497"/>
              <a:gd name="connsiteY48-1038" fmla="*/ 143557 h 4165294"/>
              <a:gd name="connsiteX49-1039" fmla="*/ 1872719 w 5818497"/>
              <a:gd name="connsiteY49-1040" fmla="*/ 947314 h 4165294"/>
              <a:gd name="connsiteX50-1041" fmla="*/ 1868985 w 5818497"/>
              <a:gd name="connsiteY50-1042" fmla="*/ 984362 h 4165294"/>
              <a:gd name="connsiteX51-1043" fmla="*/ 1879506 w 5818497"/>
              <a:gd name="connsiteY51-1044" fmla="*/ 1023448 h 4165294"/>
              <a:gd name="connsiteX52-1045" fmla="*/ 1975329 w 5818497"/>
              <a:gd name="connsiteY52-1046" fmla="*/ 1145479 h 4165294"/>
              <a:gd name="connsiteX53-1047" fmla="*/ 2379629 w 5818497"/>
              <a:gd name="connsiteY53-1048" fmla="*/ 1086880 h 4165294"/>
              <a:gd name="connsiteX54-1049" fmla="*/ 2459908 w 5818497"/>
              <a:gd name="connsiteY54-1050" fmla="*/ 1065652 h 4165294"/>
              <a:gd name="connsiteX55-1051" fmla="*/ 2484151 w 5818497"/>
              <a:gd name="connsiteY55-1052" fmla="*/ 1053974 h 4165294"/>
              <a:gd name="connsiteX56-1053" fmla="*/ 2971284 w 5818497"/>
              <a:gd name="connsiteY56-1054" fmla="*/ 955626 h 4165294"/>
              <a:gd name="connsiteX57-1055" fmla="*/ 3343437 w 5818497"/>
              <a:gd name="connsiteY57-1056" fmla="*/ 1011890 h 4165294"/>
              <a:gd name="connsiteX58-1057" fmla="*/ 3365408 w 5818497"/>
              <a:gd name="connsiteY58-1058" fmla="*/ 1019932 h 4165294"/>
              <a:gd name="connsiteX59-1059" fmla="*/ 3463768 w 5818497"/>
              <a:gd name="connsiteY59-1060" fmla="*/ 1043649 h 4165294"/>
              <a:gd name="connsiteX60-1061" fmla="*/ 3801864 w 5818497"/>
              <a:gd name="connsiteY60-1062" fmla="*/ 1089506 h 4165294"/>
              <a:gd name="connsiteX61-1063" fmla="*/ 3876290 w 5818497"/>
              <a:gd name="connsiteY61-1064" fmla="*/ 903837 h 4165294"/>
              <a:gd name="connsiteX62-1065" fmla="*/ 3876558 w 5818497"/>
              <a:gd name="connsiteY62-1066" fmla="*/ 891035 h 4165294"/>
              <a:gd name="connsiteX63-1067" fmla="*/ 3867759 w 5818497"/>
              <a:gd name="connsiteY63-1068" fmla="*/ 803757 h 4165294"/>
              <a:gd name="connsiteX64-1069" fmla="*/ 4671516 w 5818497"/>
              <a:gd name="connsiteY64-1070" fmla="*/ 0 h 4165294"/>
              <a:gd name="connsiteX0-1071" fmla="*/ 4671516 w 5818497"/>
              <a:gd name="connsiteY0-1072" fmla="*/ 0 h 4165294"/>
              <a:gd name="connsiteX1-1073" fmla="*/ 5475273 w 5818497"/>
              <a:gd name="connsiteY1-1074" fmla="*/ 803757 h 4165294"/>
              <a:gd name="connsiteX2-1075" fmla="*/ 4671516 w 5818497"/>
              <a:gd name="connsiteY2-1076" fmla="*/ 1607514 h 4165294"/>
              <a:gd name="connsiteX3-1077" fmla="*/ 4655092 w 5818497"/>
              <a:gd name="connsiteY3-1078" fmla="*/ 1606685 h 4165294"/>
              <a:gd name="connsiteX4-1079" fmla="*/ 4589316 w 5818497"/>
              <a:gd name="connsiteY4-1080" fmla="*/ 1613562 h 4165294"/>
              <a:gd name="connsiteX5-1081" fmla="*/ 4248904 w 5818497"/>
              <a:gd name="connsiteY5-1082" fmla="*/ 1681327 h 4165294"/>
              <a:gd name="connsiteX6-1083" fmla="*/ 4192698 w 5818497"/>
              <a:gd name="connsiteY6-1084" fmla="*/ 1863939 h 4165294"/>
              <a:gd name="connsiteX7-1085" fmla="*/ 4193822 w 5818497"/>
              <a:gd name="connsiteY7-1086" fmla="*/ 1941207 h 4165294"/>
              <a:gd name="connsiteX8-1087" fmla="*/ 4222766 w 5818497"/>
              <a:gd name="connsiteY8-1088" fmla="*/ 2207107 h 4165294"/>
              <a:gd name="connsiteX9-1089" fmla="*/ 4218267 w 5818497"/>
              <a:gd name="connsiteY9-1090" fmla="*/ 2296208 h 4165294"/>
              <a:gd name="connsiteX10-1091" fmla="*/ 4234902 w 5818497"/>
              <a:gd name="connsiteY10-1092" fmla="*/ 2424239 h 4165294"/>
              <a:gd name="connsiteX11-1093" fmla="*/ 4336434 w 5818497"/>
              <a:gd name="connsiteY11-1094" fmla="*/ 2632908 h 4165294"/>
              <a:gd name="connsiteX12-1095" fmla="*/ 4703828 w 5818497"/>
              <a:gd name="connsiteY12-1096" fmla="*/ 2617354 h 4165294"/>
              <a:gd name="connsiteX13-1097" fmla="*/ 4718119 w 5818497"/>
              <a:gd name="connsiteY13-1098" fmla="*/ 2615000 h 4165294"/>
              <a:gd name="connsiteX14-1099" fmla="*/ 4775727 w 5818497"/>
              <a:gd name="connsiteY14-1100" fmla="*/ 2593915 h 4165294"/>
              <a:gd name="connsiteX15-1101" fmla="*/ 5014740 w 5818497"/>
              <a:gd name="connsiteY15-1102" fmla="*/ 2557780 h 4165294"/>
              <a:gd name="connsiteX16-1103" fmla="*/ 5818497 w 5818497"/>
              <a:gd name="connsiteY16-1104" fmla="*/ 3361537 h 4165294"/>
              <a:gd name="connsiteX17-1105" fmla="*/ 5014740 w 5818497"/>
              <a:gd name="connsiteY17-1106" fmla="*/ 4165294 h 4165294"/>
              <a:gd name="connsiteX18-1107" fmla="*/ 4274146 w 5818497"/>
              <a:gd name="connsiteY18-1108" fmla="*/ 3674396 h 4165294"/>
              <a:gd name="connsiteX19-1109" fmla="*/ 4248162 w 5818497"/>
              <a:gd name="connsiteY19-1110" fmla="*/ 3590689 h 4165294"/>
              <a:gd name="connsiteX20-1111" fmla="*/ 4226990 w 5818497"/>
              <a:gd name="connsiteY20-1112" fmla="*/ 3554733 h 4165294"/>
              <a:gd name="connsiteX21-1113" fmla="*/ 3995376 w 5818497"/>
              <a:gd name="connsiteY21-1114" fmla="*/ 3275751 h 4165294"/>
              <a:gd name="connsiteX22-1115" fmla="*/ 3539283 w 5818497"/>
              <a:gd name="connsiteY22-1116" fmla="*/ 3328741 h 4165294"/>
              <a:gd name="connsiteX23-1117" fmla="*/ 3458417 w 5818497"/>
              <a:gd name="connsiteY23-1118" fmla="*/ 3360241 h 4165294"/>
              <a:gd name="connsiteX24-1119" fmla="*/ 2971284 w 5818497"/>
              <a:gd name="connsiteY24-1120" fmla="*/ 3458588 h 4165294"/>
              <a:gd name="connsiteX25-1121" fmla="*/ 2374754 w 5818497"/>
              <a:gd name="connsiteY25-1122" fmla="*/ 3307541 h 4165294"/>
              <a:gd name="connsiteX26-1123" fmla="*/ 2193178 w 5818497"/>
              <a:gd name="connsiteY26-1124" fmla="*/ 3269386 h 4165294"/>
              <a:gd name="connsiteX27-1125" fmla="*/ 1840169 w 5818497"/>
              <a:gd name="connsiteY27-1126" fmla="*/ 3296069 h 4165294"/>
              <a:gd name="connsiteX28-1127" fmla="*/ 1576013 w 5818497"/>
              <a:gd name="connsiteY28-1128" fmla="*/ 3614421 h 4165294"/>
              <a:gd name="connsiteX29-1129" fmla="*/ 1551209 w 5818497"/>
              <a:gd name="connsiteY29-1130" fmla="*/ 3652303 h 4165294"/>
              <a:gd name="connsiteX30-1131" fmla="*/ 1544351 w 5818497"/>
              <a:gd name="connsiteY30-1132" fmla="*/ 3674396 h 4165294"/>
              <a:gd name="connsiteX31-1133" fmla="*/ 803757 w 5818497"/>
              <a:gd name="connsiteY31-1134" fmla="*/ 4165294 h 4165294"/>
              <a:gd name="connsiteX32-1135" fmla="*/ 0 w 5818497"/>
              <a:gd name="connsiteY32-1136" fmla="*/ 3361537 h 4165294"/>
              <a:gd name="connsiteX33-1137" fmla="*/ 803757 w 5818497"/>
              <a:gd name="connsiteY33-1138" fmla="*/ 2557780 h 4165294"/>
              <a:gd name="connsiteX34-1139" fmla="*/ 965742 w 5818497"/>
              <a:gd name="connsiteY34-1140" fmla="*/ 2574110 h 4165294"/>
              <a:gd name="connsiteX35-1141" fmla="*/ 1002048 w 5818497"/>
              <a:gd name="connsiteY35-1142" fmla="*/ 2583445 h 4165294"/>
              <a:gd name="connsiteX36-1143" fmla="*/ 1055249 w 5818497"/>
              <a:gd name="connsiteY36-1144" fmla="*/ 2584470 h 4165294"/>
              <a:gd name="connsiteX37-1145" fmla="*/ 1553720 w 5818497"/>
              <a:gd name="connsiteY37-1146" fmla="*/ 2598615 h 4165294"/>
              <a:gd name="connsiteX38-1147" fmla="*/ 1716458 w 5818497"/>
              <a:gd name="connsiteY38-1148" fmla="*/ 2362710 h 4165294"/>
              <a:gd name="connsiteX39-1149" fmla="*/ 1719802 w 5818497"/>
              <a:gd name="connsiteY39-1150" fmla="*/ 2207107 h 4165294"/>
              <a:gd name="connsiteX40-1151" fmla="*/ 1715900 w 5818497"/>
              <a:gd name="connsiteY40-1152" fmla="*/ 2072087 h 4165294"/>
              <a:gd name="connsiteX41-1153" fmla="*/ 1583145 w 5818497"/>
              <a:gd name="connsiteY41-1154" fmla="*/ 1774992 h 4165294"/>
              <a:gd name="connsiteX42-1155" fmla="*/ 1291962 w 5818497"/>
              <a:gd name="connsiteY42-1156" fmla="*/ 1721384 h 4165294"/>
              <a:gd name="connsiteX43-1157" fmla="*/ 1284260 w 5818497"/>
              <a:gd name="connsiteY43-1158" fmla="*/ 1721034 h 4165294"/>
              <a:gd name="connsiteX44-1159" fmla="*/ 1230947 w 5818497"/>
              <a:gd name="connsiteY44-1160" fmla="*/ 1734742 h 4165294"/>
              <a:gd name="connsiteX45-1161" fmla="*/ 1068962 w 5818497"/>
              <a:gd name="connsiteY45-1162" fmla="*/ 1751071 h 4165294"/>
              <a:gd name="connsiteX46-1163" fmla="*/ 265205 w 5818497"/>
              <a:gd name="connsiteY46-1164" fmla="*/ 947314 h 4165294"/>
              <a:gd name="connsiteX47-1165" fmla="*/ 1068962 w 5818497"/>
              <a:gd name="connsiteY47-1166" fmla="*/ 143557 h 4165294"/>
              <a:gd name="connsiteX48-1167" fmla="*/ 1872719 w 5818497"/>
              <a:gd name="connsiteY48-1168" fmla="*/ 947314 h 4165294"/>
              <a:gd name="connsiteX49-1169" fmla="*/ 1868985 w 5818497"/>
              <a:gd name="connsiteY49-1170" fmla="*/ 984362 h 4165294"/>
              <a:gd name="connsiteX50-1171" fmla="*/ 1879506 w 5818497"/>
              <a:gd name="connsiteY50-1172" fmla="*/ 1023448 h 4165294"/>
              <a:gd name="connsiteX51-1173" fmla="*/ 1975329 w 5818497"/>
              <a:gd name="connsiteY51-1174" fmla="*/ 1145479 h 4165294"/>
              <a:gd name="connsiteX52-1175" fmla="*/ 2379629 w 5818497"/>
              <a:gd name="connsiteY52-1176" fmla="*/ 1086880 h 4165294"/>
              <a:gd name="connsiteX53-1177" fmla="*/ 2459908 w 5818497"/>
              <a:gd name="connsiteY53-1178" fmla="*/ 1065652 h 4165294"/>
              <a:gd name="connsiteX54-1179" fmla="*/ 2484151 w 5818497"/>
              <a:gd name="connsiteY54-1180" fmla="*/ 1053974 h 4165294"/>
              <a:gd name="connsiteX55-1181" fmla="*/ 2971284 w 5818497"/>
              <a:gd name="connsiteY55-1182" fmla="*/ 955626 h 4165294"/>
              <a:gd name="connsiteX56-1183" fmla="*/ 3343437 w 5818497"/>
              <a:gd name="connsiteY56-1184" fmla="*/ 1011890 h 4165294"/>
              <a:gd name="connsiteX57-1185" fmla="*/ 3365408 w 5818497"/>
              <a:gd name="connsiteY57-1186" fmla="*/ 1019932 h 4165294"/>
              <a:gd name="connsiteX58-1187" fmla="*/ 3463768 w 5818497"/>
              <a:gd name="connsiteY58-1188" fmla="*/ 1043649 h 4165294"/>
              <a:gd name="connsiteX59-1189" fmla="*/ 3801864 w 5818497"/>
              <a:gd name="connsiteY59-1190" fmla="*/ 1089506 h 4165294"/>
              <a:gd name="connsiteX60-1191" fmla="*/ 3876290 w 5818497"/>
              <a:gd name="connsiteY60-1192" fmla="*/ 903837 h 4165294"/>
              <a:gd name="connsiteX61-1193" fmla="*/ 3876558 w 5818497"/>
              <a:gd name="connsiteY61-1194" fmla="*/ 891035 h 4165294"/>
              <a:gd name="connsiteX62-1195" fmla="*/ 3867759 w 5818497"/>
              <a:gd name="connsiteY62-1196" fmla="*/ 803757 h 4165294"/>
              <a:gd name="connsiteX63-1197" fmla="*/ 4671516 w 5818497"/>
              <a:gd name="connsiteY63-1198" fmla="*/ 0 h 4165294"/>
              <a:gd name="connsiteX0-1199" fmla="*/ 4671516 w 5818497"/>
              <a:gd name="connsiteY0-1200" fmla="*/ 0 h 4165294"/>
              <a:gd name="connsiteX1-1201" fmla="*/ 5475273 w 5818497"/>
              <a:gd name="connsiteY1-1202" fmla="*/ 803757 h 4165294"/>
              <a:gd name="connsiteX2-1203" fmla="*/ 4671516 w 5818497"/>
              <a:gd name="connsiteY2-1204" fmla="*/ 1607514 h 4165294"/>
              <a:gd name="connsiteX3-1205" fmla="*/ 4655092 w 5818497"/>
              <a:gd name="connsiteY3-1206" fmla="*/ 1606685 h 4165294"/>
              <a:gd name="connsiteX4-1207" fmla="*/ 4589316 w 5818497"/>
              <a:gd name="connsiteY4-1208" fmla="*/ 1613562 h 4165294"/>
              <a:gd name="connsiteX5-1209" fmla="*/ 4248904 w 5818497"/>
              <a:gd name="connsiteY5-1210" fmla="*/ 1681327 h 4165294"/>
              <a:gd name="connsiteX6-1211" fmla="*/ 4192698 w 5818497"/>
              <a:gd name="connsiteY6-1212" fmla="*/ 1863939 h 4165294"/>
              <a:gd name="connsiteX7-1213" fmla="*/ 4193822 w 5818497"/>
              <a:gd name="connsiteY7-1214" fmla="*/ 1941207 h 4165294"/>
              <a:gd name="connsiteX8-1215" fmla="*/ 4222766 w 5818497"/>
              <a:gd name="connsiteY8-1216" fmla="*/ 2207107 h 4165294"/>
              <a:gd name="connsiteX9-1217" fmla="*/ 4218267 w 5818497"/>
              <a:gd name="connsiteY9-1218" fmla="*/ 2296208 h 4165294"/>
              <a:gd name="connsiteX10-1219" fmla="*/ 4234902 w 5818497"/>
              <a:gd name="connsiteY10-1220" fmla="*/ 2424239 h 4165294"/>
              <a:gd name="connsiteX11-1221" fmla="*/ 4336434 w 5818497"/>
              <a:gd name="connsiteY11-1222" fmla="*/ 2632908 h 4165294"/>
              <a:gd name="connsiteX12-1223" fmla="*/ 4703828 w 5818497"/>
              <a:gd name="connsiteY12-1224" fmla="*/ 2617354 h 4165294"/>
              <a:gd name="connsiteX13-1225" fmla="*/ 4718119 w 5818497"/>
              <a:gd name="connsiteY13-1226" fmla="*/ 2615000 h 4165294"/>
              <a:gd name="connsiteX14-1227" fmla="*/ 4775727 w 5818497"/>
              <a:gd name="connsiteY14-1228" fmla="*/ 2593915 h 4165294"/>
              <a:gd name="connsiteX15-1229" fmla="*/ 5014740 w 5818497"/>
              <a:gd name="connsiteY15-1230" fmla="*/ 2557780 h 4165294"/>
              <a:gd name="connsiteX16-1231" fmla="*/ 5818497 w 5818497"/>
              <a:gd name="connsiteY16-1232" fmla="*/ 3361537 h 4165294"/>
              <a:gd name="connsiteX17-1233" fmla="*/ 5014740 w 5818497"/>
              <a:gd name="connsiteY17-1234" fmla="*/ 4165294 h 4165294"/>
              <a:gd name="connsiteX18-1235" fmla="*/ 4274146 w 5818497"/>
              <a:gd name="connsiteY18-1236" fmla="*/ 3674396 h 4165294"/>
              <a:gd name="connsiteX19-1237" fmla="*/ 4248162 w 5818497"/>
              <a:gd name="connsiteY19-1238" fmla="*/ 3590689 h 4165294"/>
              <a:gd name="connsiteX20-1239" fmla="*/ 4226990 w 5818497"/>
              <a:gd name="connsiteY20-1240" fmla="*/ 3554733 h 4165294"/>
              <a:gd name="connsiteX21-1241" fmla="*/ 3995376 w 5818497"/>
              <a:gd name="connsiteY21-1242" fmla="*/ 3275751 h 4165294"/>
              <a:gd name="connsiteX22-1243" fmla="*/ 3539283 w 5818497"/>
              <a:gd name="connsiteY22-1244" fmla="*/ 3328741 h 4165294"/>
              <a:gd name="connsiteX23-1245" fmla="*/ 3458417 w 5818497"/>
              <a:gd name="connsiteY23-1246" fmla="*/ 3360241 h 4165294"/>
              <a:gd name="connsiteX24-1247" fmla="*/ 2971284 w 5818497"/>
              <a:gd name="connsiteY24-1248" fmla="*/ 3458588 h 4165294"/>
              <a:gd name="connsiteX25-1249" fmla="*/ 2374754 w 5818497"/>
              <a:gd name="connsiteY25-1250" fmla="*/ 3307541 h 4165294"/>
              <a:gd name="connsiteX26-1251" fmla="*/ 2193178 w 5818497"/>
              <a:gd name="connsiteY26-1252" fmla="*/ 3269386 h 4165294"/>
              <a:gd name="connsiteX27-1253" fmla="*/ 1840169 w 5818497"/>
              <a:gd name="connsiteY27-1254" fmla="*/ 3296069 h 4165294"/>
              <a:gd name="connsiteX28-1255" fmla="*/ 1576013 w 5818497"/>
              <a:gd name="connsiteY28-1256" fmla="*/ 3614421 h 4165294"/>
              <a:gd name="connsiteX29-1257" fmla="*/ 1551209 w 5818497"/>
              <a:gd name="connsiteY29-1258" fmla="*/ 3652303 h 4165294"/>
              <a:gd name="connsiteX30-1259" fmla="*/ 1544351 w 5818497"/>
              <a:gd name="connsiteY30-1260" fmla="*/ 3674396 h 4165294"/>
              <a:gd name="connsiteX31-1261" fmla="*/ 803757 w 5818497"/>
              <a:gd name="connsiteY31-1262" fmla="*/ 4165294 h 4165294"/>
              <a:gd name="connsiteX32-1263" fmla="*/ 0 w 5818497"/>
              <a:gd name="connsiteY32-1264" fmla="*/ 3361537 h 4165294"/>
              <a:gd name="connsiteX33-1265" fmla="*/ 803757 w 5818497"/>
              <a:gd name="connsiteY33-1266" fmla="*/ 2557780 h 4165294"/>
              <a:gd name="connsiteX34-1267" fmla="*/ 965742 w 5818497"/>
              <a:gd name="connsiteY34-1268" fmla="*/ 2574110 h 4165294"/>
              <a:gd name="connsiteX35-1269" fmla="*/ 1002048 w 5818497"/>
              <a:gd name="connsiteY35-1270" fmla="*/ 2583445 h 4165294"/>
              <a:gd name="connsiteX36-1271" fmla="*/ 1055249 w 5818497"/>
              <a:gd name="connsiteY36-1272" fmla="*/ 2584470 h 4165294"/>
              <a:gd name="connsiteX37-1273" fmla="*/ 1553720 w 5818497"/>
              <a:gd name="connsiteY37-1274" fmla="*/ 2598615 h 4165294"/>
              <a:gd name="connsiteX38-1275" fmla="*/ 1716458 w 5818497"/>
              <a:gd name="connsiteY38-1276" fmla="*/ 2362710 h 4165294"/>
              <a:gd name="connsiteX39-1277" fmla="*/ 1719802 w 5818497"/>
              <a:gd name="connsiteY39-1278" fmla="*/ 2207107 h 4165294"/>
              <a:gd name="connsiteX40-1279" fmla="*/ 1715900 w 5818497"/>
              <a:gd name="connsiteY40-1280" fmla="*/ 2072087 h 4165294"/>
              <a:gd name="connsiteX41-1281" fmla="*/ 1583145 w 5818497"/>
              <a:gd name="connsiteY41-1282" fmla="*/ 1774992 h 4165294"/>
              <a:gd name="connsiteX42-1283" fmla="*/ 1291962 w 5818497"/>
              <a:gd name="connsiteY42-1284" fmla="*/ 1721384 h 4165294"/>
              <a:gd name="connsiteX43-1285" fmla="*/ 1284260 w 5818497"/>
              <a:gd name="connsiteY43-1286" fmla="*/ 1721034 h 4165294"/>
              <a:gd name="connsiteX44-1287" fmla="*/ 1230947 w 5818497"/>
              <a:gd name="connsiteY44-1288" fmla="*/ 1734742 h 4165294"/>
              <a:gd name="connsiteX45-1289" fmla="*/ 1068962 w 5818497"/>
              <a:gd name="connsiteY45-1290" fmla="*/ 1751071 h 4165294"/>
              <a:gd name="connsiteX46-1291" fmla="*/ 265205 w 5818497"/>
              <a:gd name="connsiteY46-1292" fmla="*/ 947314 h 4165294"/>
              <a:gd name="connsiteX47-1293" fmla="*/ 1068962 w 5818497"/>
              <a:gd name="connsiteY47-1294" fmla="*/ 143557 h 4165294"/>
              <a:gd name="connsiteX48-1295" fmla="*/ 1872719 w 5818497"/>
              <a:gd name="connsiteY48-1296" fmla="*/ 947314 h 4165294"/>
              <a:gd name="connsiteX49-1297" fmla="*/ 1868985 w 5818497"/>
              <a:gd name="connsiteY49-1298" fmla="*/ 984362 h 4165294"/>
              <a:gd name="connsiteX50-1299" fmla="*/ 1879506 w 5818497"/>
              <a:gd name="connsiteY50-1300" fmla="*/ 1023448 h 4165294"/>
              <a:gd name="connsiteX51-1301" fmla="*/ 1975329 w 5818497"/>
              <a:gd name="connsiteY51-1302" fmla="*/ 1145479 h 4165294"/>
              <a:gd name="connsiteX52-1303" fmla="*/ 2379629 w 5818497"/>
              <a:gd name="connsiteY52-1304" fmla="*/ 1086880 h 4165294"/>
              <a:gd name="connsiteX53-1305" fmla="*/ 2459908 w 5818497"/>
              <a:gd name="connsiteY53-1306" fmla="*/ 1065652 h 4165294"/>
              <a:gd name="connsiteX54-1307" fmla="*/ 2484151 w 5818497"/>
              <a:gd name="connsiteY54-1308" fmla="*/ 1053974 h 4165294"/>
              <a:gd name="connsiteX55-1309" fmla="*/ 2971284 w 5818497"/>
              <a:gd name="connsiteY55-1310" fmla="*/ 955626 h 4165294"/>
              <a:gd name="connsiteX56-1311" fmla="*/ 3343437 w 5818497"/>
              <a:gd name="connsiteY56-1312" fmla="*/ 1011890 h 4165294"/>
              <a:gd name="connsiteX57-1313" fmla="*/ 3365408 w 5818497"/>
              <a:gd name="connsiteY57-1314" fmla="*/ 1019932 h 4165294"/>
              <a:gd name="connsiteX58-1315" fmla="*/ 3463768 w 5818497"/>
              <a:gd name="connsiteY58-1316" fmla="*/ 1043649 h 4165294"/>
              <a:gd name="connsiteX59-1317" fmla="*/ 3801864 w 5818497"/>
              <a:gd name="connsiteY59-1318" fmla="*/ 1089506 h 4165294"/>
              <a:gd name="connsiteX60-1319" fmla="*/ 3876290 w 5818497"/>
              <a:gd name="connsiteY60-1320" fmla="*/ 903837 h 4165294"/>
              <a:gd name="connsiteX61-1321" fmla="*/ 3876558 w 5818497"/>
              <a:gd name="connsiteY61-1322" fmla="*/ 891035 h 4165294"/>
              <a:gd name="connsiteX62-1323" fmla="*/ 3867759 w 5818497"/>
              <a:gd name="connsiteY62-1324" fmla="*/ 803757 h 4165294"/>
              <a:gd name="connsiteX63-1325" fmla="*/ 4671516 w 5818497"/>
              <a:gd name="connsiteY63-1326" fmla="*/ 0 h 4165294"/>
              <a:gd name="connsiteX0-1327" fmla="*/ 4671516 w 5818497"/>
              <a:gd name="connsiteY0-1328" fmla="*/ 0 h 4165294"/>
              <a:gd name="connsiteX1-1329" fmla="*/ 5475273 w 5818497"/>
              <a:gd name="connsiteY1-1330" fmla="*/ 803757 h 4165294"/>
              <a:gd name="connsiteX2-1331" fmla="*/ 4671516 w 5818497"/>
              <a:gd name="connsiteY2-1332" fmla="*/ 1607514 h 4165294"/>
              <a:gd name="connsiteX3-1333" fmla="*/ 4655092 w 5818497"/>
              <a:gd name="connsiteY3-1334" fmla="*/ 1606685 h 4165294"/>
              <a:gd name="connsiteX4-1335" fmla="*/ 4589316 w 5818497"/>
              <a:gd name="connsiteY4-1336" fmla="*/ 1613562 h 4165294"/>
              <a:gd name="connsiteX5-1337" fmla="*/ 4248904 w 5818497"/>
              <a:gd name="connsiteY5-1338" fmla="*/ 1681327 h 4165294"/>
              <a:gd name="connsiteX6-1339" fmla="*/ 4192698 w 5818497"/>
              <a:gd name="connsiteY6-1340" fmla="*/ 1863939 h 4165294"/>
              <a:gd name="connsiteX7-1341" fmla="*/ 4193822 w 5818497"/>
              <a:gd name="connsiteY7-1342" fmla="*/ 1941207 h 4165294"/>
              <a:gd name="connsiteX8-1343" fmla="*/ 4222766 w 5818497"/>
              <a:gd name="connsiteY8-1344" fmla="*/ 2207107 h 4165294"/>
              <a:gd name="connsiteX9-1345" fmla="*/ 4218267 w 5818497"/>
              <a:gd name="connsiteY9-1346" fmla="*/ 2296208 h 4165294"/>
              <a:gd name="connsiteX10-1347" fmla="*/ 4234902 w 5818497"/>
              <a:gd name="connsiteY10-1348" fmla="*/ 2424239 h 4165294"/>
              <a:gd name="connsiteX11-1349" fmla="*/ 4336434 w 5818497"/>
              <a:gd name="connsiteY11-1350" fmla="*/ 2632908 h 4165294"/>
              <a:gd name="connsiteX12-1351" fmla="*/ 4703828 w 5818497"/>
              <a:gd name="connsiteY12-1352" fmla="*/ 2617354 h 4165294"/>
              <a:gd name="connsiteX13-1353" fmla="*/ 4718119 w 5818497"/>
              <a:gd name="connsiteY13-1354" fmla="*/ 2615000 h 4165294"/>
              <a:gd name="connsiteX14-1355" fmla="*/ 4775727 w 5818497"/>
              <a:gd name="connsiteY14-1356" fmla="*/ 2593915 h 4165294"/>
              <a:gd name="connsiteX15-1357" fmla="*/ 5014740 w 5818497"/>
              <a:gd name="connsiteY15-1358" fmla="*/ 2557780 h 4165294"/>
              <a:gd name="connsiteX16-1359" fmla="*/ 5818497 w 5818497"/>
              <a:gd name="connsiteY16-1360" fmla="*/ 3361537 h 4165294"/>
              <a:gd name="connsiteX17-1361" fmla="*/ 5014740 w 5818497"/>
              <a:gd name="connsiteY17-1362" fmla="*/ 4165294 h 4165294"/>
              <a:gd name="connsiteX18-1363" fmla="*/ 4274146 w 5818497"/>
              <a:gd name="connsiteY18-1364" fmla="*/ 3674396 h 4165294"/>
              <a:gd name="connsiteX19-1365" fmla="*/ 4248162 w 5818497"/>
              <a:gd name="connsiteY19-1366" fmla="*/ 3590689 h 4165294"/>
              <a:gd name="connsiteX20-1367" fmla="*/ 4226990 w 5818497"/>
              <a:gd name="connsiteY20-1368" fmla="*/ 3554733 h 4165294"/>
              <a:gd name="connsiteX21-1369" fmla="*/ 3995376 w 5818497"/>
              <a:gd name="connsiteY21-1370" fmla="*/ 3275751 h 4165294"/>
              <a:gd name="connsiteX22-1371" fmla="*/ 3539283 w 5818497"/>
              <a:gd name="connsiteY22-1372" fmla="*/ 3328741 h 4165294"/>
              <a:gd name="connsiteX23-1373" fmla="*/ 3458417 w 5818497"/>
              <a:gd name="connsiteY23-1374" fmla="*/ 3360241 h 4165294"/>
              <a:gd name="connsiteX24-1375" fmla="*/ 2971284 w 5818497"/>
              <a:gd name="connsiteY24-1376" fmla="*/ 3458588 h 4165294"/>
              <a:gd name="connsiteX25-1377" fmla="*/ 2374754 w 5818497"/>
              <a:gd name="connsiteY25-1378" fmla="*/ 3307541 h 4165294"/>
              <a:gd name="connsiteX26-1379" fmla="*/ 2193178 w 5818497"/>
              <a:gd name="connsiteY26-1380" fmla="*/ 3269386 h 4165294"/>
              <a:gd name="connsiteX27-1381" fmla="*/ 1840169 w 5818497"/>
              <a:gd name="connsiteY27-1382" fmla="*/ 3296069 h 4165294"/>
              <a:gd name="connsiteX28-1383" fmla="*/ 1576013 w 5818497"/>
              <a:gd name="connsiteY28-1384" fmla="*/ 3614421 h 4165294"/>
              <a:gd name="connsiteX29-1385" fmla="*/ 1544351 w 5818497"/>
              <a:gd name="connsiteY29-1386" fmla="*/ 3674396 h 4165294"/>
              <a:gd name="connsiteX30-1387" fmla="*/ 803757 w 5818497"/>
              <a:gd name="connsiteY30-1388" fmla="*/ 4165294 h 4165294"/>
              <a:gd name="connsiteX31-1389" fmla="*/ 0 w 5818497"/>
              <a:gd name="connsiteY31-1390" fmla="*/ 3361537 h 4165294"/>
              <a:gd name="connsiteX32-1391" fmla="*/ 803757 w 5818497"/>
              <a:gd name="connsiteY32-1392" fmla="*/ 2557780 h 4165294"/>
              <a:gd name="connsiteX33-1393" fmla="*/ 965742 w 5818497"/>
              <a:gd name="connsiteY33-1394" fmla="*/ 2574110 h 4165294"/>
              <a:gd name="connsiteX34-1395" fmla="*/ 1002048 w 5818497"/>
              <a:gd name="connsiteY34-1396" fmla="*/ 2583445 h 4165294"/>
              <a:gd name="connsiteX35-1397" fmla="*/ 1055249 w 5818497"/>
              <a:gd name="connsiteY35-1398" fmla="*/ 2584470 h 4165294"/>
              <a:gd name="connsiteX36-1399" fmla="*/ 1553720 w 5818497"/>
              <a:gd name="connsiteY36-1400" fmla="*/ 2598615 h 4165294"/>
              <a:gd name="connsiteX37-1401" fmla="*/ 1716458 w 5818497"/>
              <a:gd name="connsiteY37-1402" fmla="*/ 2362710 h 4165294"/>
              <a:gd name="connsiteX38-1403" fmla="*/ 1719802 w 5818497"/>
              <a:gd name="connsiteY38-1404" fmla="*/ 2207107 h 4165294"/>
              <a:gd name="connsiteX39-1405" fmla="*/ 1715900 w 5818497"/>
              <a:gd name="connsiteY39-1406" fmla="*/ 2072087 h 4165294"/>
              <a:gd name="connsiteX40-1407" fmla="*/ 1583145 w 5818497"/>
              <a:gd name="connsiteY40-1408" fmla="*/ 1774992 h 4165294"/>
              <a:gd name="connsiteX41-1409" fmla="*/ 1291962 w 5818497"/>
              <a:gd name="connsiteY41-1410" fmla="*/ 1721384 h 4165294"/>
              <a:gd name="connsiteX42-1411" fmla="*/ 1284260 w 5818497"/>
              <a:gd name="connsiteY42-1412" fmla="*/ 1721034 h 4165294"/>
              <a:gd name="connsiteX43-1413" fmla="*/ 1230947 w 5818497"/>
              <a:gd name="connsiteY43-1414" fmla="*/ 1734742 h 4165294"/>
              <a:gd name="connsiteX44-1415" fmla="*/ 1068962 w 5818497"/>
              <a:gd name="connsiteY44-1416" fmla="*/ 1751071 h 4165294"/>
              <a:gd name="connsiteX45-1417" fmla="*/ 265205 w 5818497"/>
              <a:gd name="connsiteY45-1418" fmla="*/ 947314 h 4165294"/>
              <a:gd name="connsiteX46-1419" fmla="*/ 1068962 w 5818497"/>
              <a:gd name="connsiteY46-1420" fmla="*/ 143557 h 4165294"/>
              <a:gd name="connsiteX47-1421" fmla="*/ 1872719 w 5818497"/>
              <a:gd name="connsiteY47-1422" fmla="*/ 947314 h 4165294"/>
              <a:gd name="connsiteX48-1423" fmla="*/ 1868985 w 5818497"/>
              <a:gd name="connsiteY48-1424" fmla="*/ 984362 h 4165294"/>
              <a:gd name="connsiteX49-1425" fmla="*/ 1879506 w 5818497"/>
              <a:gd name="connsiteY49-1426" fmla="*/ 1023448 h 4165294"/>
              <a:gd name="connsiteX50-1427" fmla="*/ 1975329 w 5818497"/>
              <a:gd name="connsiteY50-1428" fmla="*/ 1145479 h 4165294"/>
              <a:gd name="connsiteX51-1429" fmla="*/ 2379629 w 5818497"/>
              <a:gd name="connsiteY51-1430" fmla="*/ 1086880 h 4165294"/>
              <a:gd name="connsiteX52-1431" fmla="*/ 2459908 w 5818497"/>
              <a:gd name="connsiteY52-1432" fmla="*/ 1065652 h 4165294"/>
              <a:gd name="connsiteX53-1433" fmla="*/ 2484151 w 5818497"/>
              <a:gd name="connsiteY53-1434" fmla="*/ 1053974 h 4165294"/>
              <a:gd name="connsiteX54-1435" fmla="*/ 2971284 w 5818497"/>
              <a:gd name="connsiteY54-1436" fmla="*/ 955626 h 4165294"/>
              <a:gd name="connsiteX55-1437" fmla="*/ 3343437 w 5818497"/>
              <a:gd name="connsiteY55-1438" fmla="*/ 1011890 h 4165294"/>
              <a:gd name="connsiteX56-1439" fmla="*/ 3365408 w 5818497"/>
              <a:gd name="connsiteY56-1440" fmla="*/ 1019932 h 4165294"/>
              <a:gd name="connsiteX57-1441" fmla="*/ 3463768 w 5818497"/>
              <a:gd name="connsiteY57-1442" fmla="*/ 1043649 h 4165294"/>
              <a:gd name="connsiteX58-1443" fmla="*/ 3801864 w 5818497"/>
              <a:gd name="connsiteY58-1444" fmla="*/ 1089506 h 4165294"/>
              <a:gd name="connsiteX59-1445" fmla="*/ 3876290 w 5818497"/>
              <a:gd name="connsiteY59-1446" fmla="*/ 903837 h 4165294"/>
              <a:gd name="connsiteX60-1447" fmla="*/ 3876558 w 5818497"/>
              <a:gd name="connsiteY60-1448" fmla="*/ 891035 h 4165294"/>
              <a:gd name="connsiteX61-1449" fmla="*/ 3867759 w 5818497"/>
              <a:gd name="connsiteY61-1450" fmla="*/ 803757 h 4165294"/>
              <a:gd name="connsiteX62-1451" fmla="*/ 4671516 w 5818497"/>
              <a:gd name="connsiteY62-1452" fmla="*/ 0 h 4165294"/>
              <a:gd name="connsiteX0-1453" fmla="*/ 4671516 w 5818497"/>
              <a:gd name="connsiteY0-1454" fmla="*/ 0 h 4165294"/>
              <a:gd name="connsiteX1-1455" fmla="*/ 5475273 w 5818497"/>
              <a:gd name="connsiteY1-1456" fmla="*/ 803757 h 4165294"/>
              <a:gd name="connsiteX2-1457" fmla="*/ 4671516 w 5818497"/>
              <a:gd name="connsiteY2-1458" fmla="*/ 1607514 h 4165294"/>
              <a:gd name="connsiteX3-1459" fmla="*/ 4655092 w 5818497"/>
              <a:gd name="connsiteY3-1460" fmla="*/ 1606685 h 4165294"/>
              <a:gd name="connsiteX4-1461" fmla="*/ 4589316 w 5818497"/>
              <a:gd name="connsiteY4-1462" fmla="*/ 1613562 h 4165294"/>
              <a:gd name="connsiteX5-1463" fmla="*/ 4248904 w 5818497"/>
              <a:gd name="connsiteY5-1464" fmla="*/ 1681327 h 4165294"/>
              <a:gd name="connsiteX6-1465" fmla="*/ 4192698 w 5818497"/>
              <a:gd name="connsiteY6-1466" fmla="*/ 1863939 h 4165294"/>
              <a:gd name="connsiteX7-1467" fmla="*/ 4193822 w 5818497"/>
              <a:gd name="connsiteY7-1468" fmla="*/ 1941207 h 4165294"/>
              <a:gd name="connsiteX8-1469" fmla="*/ 4222766 w 5818497"/>
              <a:gd name="connsiteY8-1470" fmla="*/ 2207107 h 4165294"/>
              <a:gd name="connsiteX9-1471" fmla="*/ 4218267 w 5818497"/>
              <a:gd name="connsiteY9-1472" fmla="*/ 2296208 h 4165294"/>
              <a:gd name="connsiteX10-1473" fmla="*/ 4234902 w 5818497"/>
              <a:gd name="connsiteY10-1474" fmla="*/ 2424239 h 4165294"/>
              <a:gd name="connsiteX11-1475" fmla="*/ 4336434 w 5818497"/>
              <a:gd name="connsiteY11-1476" fmla="*/ 2632908 h 4165294"/>
              <a:gd name="connsiteX12-1477" fmla="*/ 4703828 w 5818497"/>
              <a:gd name="connsiteY12-1478" fmla="*/ 2617354 h 4165294"/>
              <a:gd name="connsiteX13-1479" fmla="*/ 4718119 w 5818497"/>
              <a:gd name="connsiteY13-1480" fmla="*/ 2615000 h 4165294"/>
              <a:gd name="connsiteX14-1481" fmla="*/ 4775727 w 5818497"/>
              <a:gd name="connsiteY14-1482" fmla="*/ 2593915 h 4165294"/>
              <a:gd name="connsiteX15-1483" fmla="*/ 5014740 w 5818497"/>
              <a:gd name="connsiteY15-1484" fmla="*/ 2557780 h 4165294"/>
              <a:gd name="connsiteX16-1485" fmla="*/ 5818497 w 5818497"/>
              <a:gd name="connsiteY16-1486" fmla="*/ 3361537 h 4165294"/>
              <a:gd name="connsiteX17-1487" fmla="*/ 5014740 w 5818497"/>
              <a:gd name="connsiteY17-1488" fmla="*/ 4165294 h 4165294"/>
              <a:gd name="connsiteX18-1489" fmla="*/ 4274146 w 5818497"/>
              <a:gd name="connsiteY18-1490" fmla="*/ 3674396 h 4165294"/>
              <a:gd name="connsiteX19-1491" fmla="*/ 4226990 w 5818497"/>
              <a:gd name="connsiteY19-1492" fmla="*/ 3554733 h 4165294"/>
              <a:gd name="connsiteX20-1493" fmla="*/ 3995376 w 5818497"/>
              <a:gd name="connsiteY20-1494" fmla="*/ 3275751 h 4165294"/>
              <a:gd name="connsiteX21-1495" fmla="*/ 3539283 w 5818497"/>
              <a:gd name="connsiteY21-1496" fmla="*/ 3328741 h 4165294"/>
              <a:gd name="connsiteX22-1497" fmla="*/ 3458417 w 5818497"/>
              <a:gd name="connsiteY22-1498" fmla="*/ 3360241 h 4165294"/>
              <a:gd name="connsiteX23-1499" fmla="*/ 2971284 w 5818497"/>
              <a:gd name="connsiteY23-1500" fmla="*/ 3458588 h 4165294"/>
              <a:gd name="connsiteX24-1501" fmla="*/ 2374754 w 5818497"/>
              <a:gd name="connsiteY24-1502" fmla="*/ 3307541 h 4165294"/>
              <a:gd name="connsiteX25-1503" fmla="*/ 2193178 w 5818497"/>
              <a:gd name="connsiteY25-1504" fmla="*/ 3269386 h 4165294"/>
              <a:gd name="connsiteX26-1505" fmla="*/ 1840169 w 5818497"/>
              <a:gd name="connsiteY26-1506" fmla="*/ 3296069 h 4165294"/>
              <a:gd name="connsiteX27-1507" fmla="*/ 1576013 w 5818497"/>
              <a:gd name="connsiteY27-1508" fmla="*/ 3614421 h 4165294"/>
              <a:gd name="connsiteX28-1509" fmla="*/ 1544351 w 5818497"/>
              <a:gd name="connsiteY28-1510" fmla="*/ 3674396 h 4165294"/>
              <a:gd name="connsiteX29-1511" fmla="*/ 803757 w 5818497"/>
              <a:gd name="connsiteY29-1512" fmla="*/ 4165294 h 4165294"/>
              <a:gd name="connsiteX30-1513" fmla="*/ 0 w 5818497"/>
              <a:gd name="connsiteY30-1514" fmla="*/ 3361537 h 4165294"/>
              <a:gd name="connsiteX31-1515" fmla="*/ 803757 w 5818497"/>
              <a:gd name="connsiteY31-1516" fmla="*/ 2557780 h 4165294"/>
              <a:gd name="connsiteX32-1517" fmla="*/ 965742 w 5818497"/>
              <a:gd name="connsiteY32-1518" fmla="*/ 2574110 h 4165294"/>
              <a:gd name="connsiteX33-1519" fmla="*/ 1002048 w 5818497"/>
              <a:gd name="connsiteY33-1520" fmla="*/ 2583445 h 4165294"/>
              <a:gd name="connsiteX34-1521" fmla="*/ 1055249 w 5818497"/>
              <a:gd name="connsiteY34-1522" fmla="*/ 2584470 h 4165294"/>
              <a:gd name="connsiteX35-1523" fmla="*/ 1553720 w 5818497"/>
              <a:gd name="connsiteY35-1524" fmla="*/ 2598615 h 4165294"/>
              <a:gd name="connsiteX36-1525" fmla="*/ 1716458 w 5818497"/>
              <a:gd name="connsiteY36-1526" fmla="*/ 2362710 h 4165294"/>
              <a:gd name="connsiteX37-1527" fmla="*/ 1719802 w 5818497"/>
              <a:gd name="connsiteY37-1528" fmla="*/ 2207107 h 4165294"/>
              <a:gd name="connsiteX38-1529" fmla="*/ 1715900 w 5818497"/>
              <a:gd name="connsiteY38-1530" fmla="*/ 2072087 h 4165294"/>
              <a:gd name="connsiteX39-1531" fmla="*/ 1583145 w 5818497"/>
              <a:gd name="connsiteY39-1532" fmla="*/ 1774992 h 4165294"/>
              <a:gd name="connsiteX40-1533" fmla="*/ 1291962 w 5818497"/>
              <a:gd name="connsiteY40-1534" fmla="*/ 1721384 h 4165294"/>
              <a:gd name="connsiteX41-1535" fmla="*/ 1284260 w 5818497"/>
              <a:gd name="connsiteY41-1536" fmla="*/ 1721034 h 4165294"/>
              <a:gd name="connsiteX42-1537" fmla="*/ 1230947 w 5818497"/>
              <a:gd name="connsiteY42-1538" fmla="*/ 1734742 h 4165294"/>
              <a:gd name="connsiteX43-1539" fmla="*/ 1068962 w 5818497"/>
              <a:gd name="connsiteY43-1540" fmla="*/ 1751071 h 4165294"/>
              <a:gd name="connsiteX44-1541" fmla="*/ 265205 w 5818497"/>
              <a:gd name="connsiteY44-1542" fmla="*/ 947314 h 4165294"/>
              <a:gd name="connsiteX45-1543" fmla="*/ 1068962 w 5818497"/>
              <a:gd name="connsiteY45-1544" fmla="*/ 143557 h 4165294"/>
              <a:gd name="connsiteX46-1545" fmla="*/ 1872719 w 5818497"/>
              <a:gd name="connsiteY46-1546" fmla="*/ 947314 h 4165294"/>
              <a:gd name="connsiteX47-1547" fmla="*/ 1868985 w 5818497"/>
              <a:gd name="connsiteY47-1548" fmla="*/ 984362 h 4165294"/>
              <a:gd name="connsiteX48-1549" fmla="*/ 1879506 w 5818497"/>
              <a:gd name="connsiteY48-1550" fmla="*/ 1023448 h 4165294"/>
              <a:gd name="connsiteX49-1551" fmla="*/ 1975329 w 5818497"/>
              <a:gd name="connsiteY49-1552" fmla="*/ 1145479 h 4165294"/>
              <a:gd name="connsiteX50-1553" fmla="*/ 2379629 w 5818497"/>
              <a:gd name="connsiteY50-1554" fmla="*/ 1086880 h 4165294"/>
              <a:gd name="connsiteX51-1555" fmla="*/ 2459908 w 5818497"/>
              <a:gd name="connsiteY51-1556" fmla="*/ 1065652 h 4165294"/>
              <a:gd name="connsiteX52-1557" fmla="*/ 2484151 w 5818497"/>
              <a:gd name="connsiteY52-1558" fmla="*/ 1053974 h 4165294"/>
              <a:gd name="connsiteX53-1559" fmla="*/ 2971284 w 5818497"/>
              <a:gd name="connsiteY53-1560" fmla="*/ 955626 h 4165294"/>
              <a:gd name="connsiteX54-1561" fmla="*/ 3343437 w 5818497"/>
              <a:gd name="connsiteY54-1562" fmla="*/ 1011890 h 4165294"/>
              <a:gd name="connsiteX55-1563" fmla="*/ 3365408 w 5818497"/>
              <a:gd name="connsiteY55-1564" fmla="*/ 1019932 h 4165294"/>
              <a:gd name="connsiteX56-1565" fmla="*/ 3463768 w 5818497"/>
              <a:gd name="connsiteY56-1566" fmla="*/ 1043649 h 4165294"/>
              <a:gd name="connsiteX57-1567" fmla="*/ 3801864 w 5818497"/>
              <a:gd name="connsiteY57-1568" fmla="*/ 1089506 h 4165294"/>
              <a:gd name="connsiteX58-1569" fmla="*/ 3876290 w 5818497"/>
              <a:gd name="connsiteY58-1570" fmla="*/ 903837 h 4165294"/>
              <a:gd name="connsiteX59-1571" fmla="*/ 3876558 w 5818497"/>
              <a:gd name="connsiteY59-1572" fmla="*/ 891035 h 4165294"/>
              <a:gd name="connsiteX60-1573" fmla="*/ 3867759 w 5818497"/>
              <a:gd name="connsiteY60-1574" fmla="*/ 803757 h 4165294"/>
              <a:gd name="connsiteX61-1575" fmla="*/ 4671516 w 5818497"/>
              <a:gd name="connsiteY61-1576" fmla="*/ 0 h 4165294"/>
              <a:gd name="connsiteX0-1577" fmla="*/ 4671516 w 5818497"/>
              <a:gd name="connsiteY0-1578" fmla="*/ 0 h 4165294"/>
              <a:gd name="connsiteX1-1579" fmla="*/ 5475273 w 5818497"/>
              <a:gd name="connsiteY1-1580" fmla="*/ 803757 h 4165294"/>
              <a:gd name="connsiteX2-1581" fmla="*/ 4671516 w 5818497"/>
              <a:gd name="connsiteY2-1582" fmla="*/ 1607514 h 4165294"/>
              <a:gd name="connsiteX3-1583" fmla="*/ 4655092 w 5818497"/>
              <a:gd name="connsiteY3-1584" fmla="*/ 1606685 h 4165294"/>
              <a:gd name="connsiteX4-1585" fmla="*/ 4589316 w 5818497"/>
              <a:gd name="connsiteY4-1586" fmla="*/ 1613562 h 4165294"/>
              <a:gd name="connsiteX5-1587" fmla="*/ 4248904 w 5818497"/>
              <a:gd name="connsiteY5-1588" fmla="*/ 1681327 h 4165294"/>
              <a:gd name="connsiteX6-1589" fmla="*/ 4192698 w 5818497"/>
              <a:gd name="connsiteY6-1590" fmla="*/ 1863939 h 4165294"/>
              <a:gd name="connsiteX7-1591" fmla="*/ 4193822 w 5818497"/>
              <a:gd name="connsiteY7-1592" fmla="*/ 1941207 h 4165294"/>
              <a:gd name="connsiteX8-1593" fmla="*/ 4222766 w 5818497"/>
              <a:gd name="connsiteY8-1594" fmla="*/ 2207107 h 4165294"/>
              <a:gd name="connsiteX9-1595" fmla="*/ 4218267 w 5818497"/>
              <a:gd name="connsiteY9-1596" fmla="*/ 2296208 h 4165294"/>
              <a:gd name="connsiteX10-1597" fmla="*/ 4234902 w 5818497"/>
              <a:gd name="connsiteY10-1598" fmla="*/ 2424239 h 4165294"/>
              <a:gd name="connsiteX11-1599" fmla="*/ 4336434 w 5818497"/>
              <a:gd name="connsiteY11-1600" fmla="*/ 2632908 h 4165294"/>
              <a:gd name="connsiteX12-1601" fmla="*/ 4703828 w 5818497"/>
              <a:gd name="connsiteY12-1602" fmla="*/ 2617354 h 4165294"/>
              <a:gd name="connsiteX13-1603" fmla="*/ 4775727 w 5818497"/>
              <a:gd name="connsiteY13-1604" fmla="*/ 2593915 h 4165294"/>
              <a:gd name="connsiteX14-1605" fmla="*/ 5014740 w 5818497"/>
              <a:gd name="connsiteY14-1606" fmla="*/ 2557780 h 4165294"/>
              <a:gd name="connsiteX15-1607" fmla="*/ 5818497 w 5818497"/>
              <a:gd name="connsiteY15-1608" fmla="*/ 3361537 h 4165294"/>
              <a:gd name="connsiteX16-1609" fmla="*/ 5014740 w 5818497"/>
              <a:gd name="connsiteY16-1610" fmla="*/ 4165294 h 4165294"/>
              <a:gd name="connsiteX17-1611" fmla="*/ 4274146 w 5818497"/>
              <a:gd name="connsiteY17-1612" fmla="*/ 3674396 h 4165294"/>
              <a:gd name="connsiteX18-1613" fmla="*/ 4226990 w 5818497"/>
              <a:gd name="connsiteY18-1614" fmla="*/ 3554733 h 4165294"/>
              <a:gd name="connsiteX19-1615" fmla="*/ 3995376 w 5818497"/>
              <a:gd name="connsiteY19-1616" fmla="*/ 3275751 h 4165294"/>
              <a:gd name="connsiteX20-1617" fmla="*/ 3539283 w 5818497"/>
              <a:gd name="connsiteY20-1618" fmla="*/ 3328741 h 4165294"/>
              <a:gd name="connsiteX21-1619" fmla="*/ 3458417 w 5818497"/>
              <a:gd name="connsiteY21-1620" fmla="*/ 3360241 h 4165294"/>
              <a:gd name="connsiteX22-1621" fmla="*/ 2971284 w 5818497"/>
              <a:gd name="connsiteY22-1622" fmla="*/ 3458588 h 4165294"/>
              <a:gd name="connsiteX23-1623" fmla="*/ 2374754 w 5818497"/>
              <a:gd name="connsiteY23-1624" fmla="*/ 3307541 h 4165294"/>
              <a:gd name="connsiteX24-1625" fmla="*/ 2193178 w 5818497"/>
              <a:gd name="connsiteY24-1626" fmla="*/ 3269386 h 4165294"/>
              <a:gd name="connsiteX25-1627" fmla="*/ 1840169 w 5818497"/>
              <a:gd name="connsiteY25-1628" fmla="*/ 3296069 h 4165294"/>
              <a:gd name="connsiteX26-1629" fmla="*/ 1576013 w 5818497"/>
              <a:gd name="connsiteY26-1630" fmla="*/ 3614421 h 4165294"/>
              <a:gd name="connsiteX27-1631" fmla="*/ 1544351 w 5818497"/>
              <a:gd name="connsiteY27-1632" fmla="*/ 3674396 h 4165294"/>
              <a:gd name="connsiteX28-1633" fmla="*/ 803757 w 5818497"/>
              <a:gd name="connsiteY28-1634" fmla="*/ 4165294 h 4165294"/>
              <a:gd name="connsiteX29-1635" fmla="*/ 0 w 5818497"/>
              <a:gd name="connsiteY29-1636" fmla="*/ 3361537 h 4165294"/>
              <a:gd name="connsiteX30-1637" fmla="*/ 803757 w 5818497"/>
              <a:gd name="connsiteY30-1638" fmla="*/ 2557780 h 4165294"/>
              <a:gd name="connsiteX31-1639" fmla="*/ 965742 w 5818497"/>
              <a:gd name="connsiteY31-1640" fmla="*/ 2574110 h 4165294"/>
              <a:gd name="connsiteX32-1641" fmla="*/ 1002048 w 5818497"/>
              <a:gd name="connsiteY32-1642" fmla="*/ 2583445 h 4165294"/>
              <a:gd name="connsiteX33-1643" fmla="*/ 1055249 w 5818497"/>
              <a:gd name="connsiteY33-1644" fmla="*/ 2584470 h 4165294"/>
              <a:gd name="connsiteX34-1645" fmla="*/ 1553720 w 5818497"/>
              <a:gd name="connsiteY34-1646" fmla="*/ 2598615 h 4165294"/>
              <a:gd name="connsiteX35-1647" fmla="*/ 1716458 w 5818497"/>
              <a:gd name="connsiteY35-1648" fmla="*/ 2362710 h 4165294"/>
              <a:gd name="connsiteX36-1649" fmla="*/ 1719802 w 5818497"/>
              <a:gd name="connsiteY36-1650" fmla="*/ 2207107 h 4165294"/>
              <a:gd name="connsiteX37-1651" fmla="*/ 1715900 w 5818497"/>
              <a:gd name="connsiteY37-1652" fmla="*/ 2072087 h 4165294"/>
              <a:gd name="connsiteX38-1653" fmla="*/ 1583145 w 5818497"/>
              <a:gd name="connsiteY38-1654" fmla="*/ 1774992 h 4165294"/>
              <a:gd name="connsiteX39-1655" fmla="*/ 1291962 w 5818497"/>
              <a:gd name="connsiteY39-1656" fmla="*/ 1721384 h 4165294"/>
              <a:gd name="connsiteX40-1657" fmla="*/ 1284260 w 5818497"/>
              <a:gd name="connsiteY40-1658" fmla="*/ 1721034 h 4165294"/>
              <a:gd name="connsiteX41-1659" fmla="*/ 1230947 w 5818497"/>
              <a:gd name="connsiteY41-1660" fmla="*/ 1734742 h 4165294"/>
              <a:gd name="connsiteX42-1661" fmla="*/ 1068962 w 5818497"/>
              <a:gd name="connsiteY42-1662" fmla="*/ 1751071 h 4165294"/>
              <a:gd name="connsiteX43-1663" fmla="*/ 265205 w 5818497"/>
              <a:gd name="connsiteY43-1664" fmla="*/ 947314 h 4165294"/>
              <a:gd name="connsiteX44-1665" fmla="*/ 1068962 w 5818497"/>
              <a:gd name="connsiteY44-1666" fmla="*/ 143557 h 4165294"/>
              <a:gd name="connsiteX45-1667" fmla="*/ 1872719 w 5818497"/>
              <a:gd name="connsiteY45-1668" fmla="*/ 947314 h 4165294"/>
              <a:gd name="connsiteX46-1669" fmla="*/ 1868985 w 5818497"/>
              <a:gd name="connsiteY46-1670" fmla="*/ 984362 h 4165294"/>
              <a:gd name="connsiteX47-1671" fmla="*/ 1879506 w 5818497"/>
              <a:gd name="connsiteY47-1672" fmla="*/ 1023448 h 4165294"/>
              <a:gd name="connsiteX48-1673" fmla="*/ 1975329 w 5818497"/>
              <a:gd name="connsiteY48-1674" fmla="*/ 1145479 h 4165294"/>
              <a:gd name="connsiteX49-1675" fmla="*/ 2379629 w 5818497"/>
              <a:gd name="connsiteY49-1676" fmla="*/ 1086880 h 4165294"/>
              <a:gd name="connsiteX50-1677" fmla="*/ 2459908 w 5818497"/>
              <a:gd name="connsiteY50-1678" fmla="*/ 1065652 h 4165294"/>
              <a:gd name="connsiteX51-1679" fmla="*/ 2484151 w 5818497"/>
              <a:gd name="connsiteY51-1680" fmla="*/ 1053974 h 4165294"/>
              <a:gd name="connsiteX52-1681" fmla="*/ 2971284 w 5818497"/>
              <a:gd name="connsiteY52-1682" fmla="*/ 955626 h 4165294"/>
              <a:gd name="connsiteX53-1683" fmla="*/ 3343437 w 5818497"/>
              <a:gd name="connsiteY53-1684" fmla="*/ 1011890 h 4165294"/>
              <a:gd name="connsiteX54-1685" fmla="*/ 3365408 w 5818497"/>
              <a:gd name="connsiteY54-1686" fmla="*/ 1019932 h 4165294"/>
              <a:gd name="connsiteX55-1687" fmla="*/ 3463768 w 5818497"/>
              <a:gd name="connsiteY55-1688" fmla="*/ 1043649 h 4165294"/>
              <a:gd name="connsiteX56-1689" fmla="*/ 3801864 w 5818497"/>
              <a:gd name="connsiteY56-1690" fmla="*/ 1089506 h 4165294"/>
              <a:gd name="connsiteX57-1691" fmla="*/ 3876290 w 5818497"/>
              <a:gd name="connsiteY57-1692" fmla="*/ 903837 h 4165294"/>
              <a:gd name="connsiteX58-1693" fmla="*/ 3876558 w 5818497"/>
              <a:gd name="connsiteY58-1694" fmla="*/ 891035 h 4165294"/>
              <a:gd name="connsiteX59-1695" fmla="*/ 3867759 w 5818497"/>
              <a:gd name="connsiteY59-1696" fmla="*/ 803757 h 4165294"/>
              <a:gd name="connsiteX60-1697" fmla="*/ 4671516 w 5818497"/>
              <a:gd name="connsiteY60-1698" fmla="*/ 0 h 4165294"/>
              <a:gd name="connsiteX0-1699" fmla="*/ 4671516 w 5818497"/>
              <a:gd name="connsiteY0-1700" fmla="*/ 0 h 4165294"/>
              <a:gd name="connsiteX1-1701" fmla="*/ 5475273 w 5818497"/>
              <a:gd name="connsiteY1-1702" fmla="*/ 803757 h 4165294"/>
              <a:gd name="connsiteX2-1703" fmla="*/ 4671516 w 5818497"/>
              <a:gd name="connsiteY2-1704" fmla="*/ 1607514 h 4165294"/>
              <a:gd name="connsiteX3-1705" fmla="*/ 4655092 w 5818497"/>
              <a:gd name="connsiteY3-1706" fmla="*/ 1606685 h 4165294"/>
              <a:gd name="connsiteX4-1707" fmla="*/ 4589316 w 5818497"/>
              <a:gd name="connsiteY4-1708" fmla="*/ 1613562 h 4165294"/>
              <a:gd name="connsiteX5-1709" fmla="*/ 4248904 w 5818497"/>
              <a:gd name="connsiteY5-1710" fmla="*/ 1681327 h 4165294"/>
              <a:gd name="connsiteX6-1711" fmla="*/ 4192698 w 5818497"/>
              <a:gd name="connsiteY6-1712" fmla="*/ 1863939 h 4165294"/>
              <a:gd name="connsiteX7-1713" fmla="*/ 4193822 w 5818497"/>
              <a:gd name="connsiteY7-1714" fmla="*/ 1941207 h 4165294"/>
              <a:gd name="connsiteX8-1715" fmla="*/ 4222766 w 5818497"/>
              <a:gd name="connsiteY8-1716" fmla="*/ 2207107 h 4165294"/>
              <a:gd name="connsiteX9-1717" fmla="*/ 4234902 w 5818497"/>
              <a:gd name="connsiteY9-1718" fmla="*/ 2424239 h 4165294"/>
              <a:gd name="connsiteX10-1719" fmla="*/ 4336434 w 5818497"/>
              <a:gd name="connsiteY10-1720" fmla="*/ 2632908 h 4165294"/>
              <a:gd name="connsiteX11-1721" fmla="*/ 4703828 w 5818497"/>
              <a:gd name="connsiteY11-1722" fmla="*/ 2617354 h 4165294"/>
              <a:gd name="connsiteX12-1723" fmla="*/ 4775727 w 5818497"/>
              <a:gd name="connsiteY12-1724" fmla="*/ 2593915 h 4165294"/>
              <a:gd name="connsiteX13-1725" fmla="*/ 5014740 w 5818497"/>
              <a:gd name="connsiteY13-1726" fmla="*/ 2557780 h 4165294"/>
              <a:gd name="connsiteX14-1727" fmla="*/ 5818497 w 5818497"/>
              <a:gd name="connsiteY14-1728" fmla="*/ 3361537 h 4165294"/>
              <a:gd name="connsiteX15-1729" fmla="*/ 5014740 w 5818497"/>
              <a:gd name="connsiteY15-1730" fmla="*/ 4165294 h 4165294"/>
              <a:gd name="connsiteX16-1731" fmla="*/ 4274146 w 5818497"/>
              <a:gd name="connsiteY16-1732" fmla="*/ 3674396 h 4165294"/>
              <a:gd name="connsiteX17-1733" fmla="*/ 4226990 w 5818497"/>
              <a:gd name="connsiteY17-1734" fmla="*/ 3554733 h 4165294"/>
              <a:gd name="connsiteX18-1735" fmla="*/ 3995376 w 5818497"/>
              <a:gd name="connsiteY18-1736" fmla="*/ 3275751 h 4165294"/>
              <a:gd name="connsiteX19-1737" fmla="*/ 3539283 w 5818497"/>
              <a:gd name="connsiteY19-1738" fmla="*/ 3328741 h 4165294"/>
              <a:gd name="connsiteX20-1739" fmla="*/ 3458417 w 5818497"/>
              <a:gd name="connsiteY20-1740" fmla="*/ 3360241 h 4165294"/>
              <a:gd name="connsiteX21-1741" fmla="*/ 2971284 w 5818497"/>
              <a:gd name="connsiteY21-1742" fmla="*/ 3458588 h 4165294"/>
              <a:gd name="connsiteX22-1743" fmla="*/ 2374754 w 5818497"/>
              <a:gd name="connsiteY22-1744" fmla="*/ 3307541 h 4165294"/>
              <a:gd name="connsiteX23-1745" fmla="*/ 2193178 w 5818497"/>
              <a:gd name="connsiteY23-1746" fmla="*/ 3269386 h 4165294"/>
              <a:gd name="connsiteX24-1747" fmla="*/ 1840169 w 5818497"/>
              <a:gd name="connsiteY24-1748" fmla="*/ 3296069 h 4165294"/>
              <a:gd name="connsiteX25-1749" fmla="*/ 1576013 w 5818497"/>
              <a:gd name="connsiteY25-1750" fmla="*/ 3614421 h 4165294"/>
              <a:gd name="connsiteX26-1751" fmla="*/ 1544351 w 5818497"/>
              <a:gd name="connsiteY26-1752" fmla="*/ 3674396 h 4165294"/>
              <a:gd name="connsiteX27-1753" fmla="*/ 803757 w 5818497"/>
              <a:gd name="connsiteY27-1754" fmla="*/ 4165294 h 4165294"/>
              <a:gd name="connsiteX28-1755" fmla="*/ 0 w 5818497"/>
              <a:gd name="connsiteY28-1756" fmla="*/ 3361537 h 4165294"/>
              <a:gd name="connsiteX29-1757" fmla="*/ 803757 w 5818497"/>
              <a:gd name="connsiteY29-1758" fmla="*/ 2557780 h 4165294"/>
              <a:gd name="connsiteX30-1759" fmla="*/ 965742 w 5818497"/>
              <a:gd name="connsiteY30-1760" fmla="*/ 2574110 h 4165294"/>
              <a:gd name="connsiteX31-1761" fmla="*/ 1002048 w 5818497"/>
              <a:gd name="connsiteY31-1762" fmla="*/ 2583445 h 4165294"/>
              <a:gd name="connsiteX32-1763" fmla="*/ 1055249 w 5818497"/>
              <a:gd name="connsiteY32-1764" fmla="*/ 2584470 h 4165294"/>
              <a:gd name="connsiteX33-1765" fmla="*/ 1553720 w 5818497"/>
              <a:gd name="connsiteY33-1766" fmla="*/ 2598615 h 4165294"/>
              <a:gd name="connsiteX34-1767" fmla="*/ 1716458 w 5818497"/>
              <a:gd name="connsiteY34-1768" fmla="*/ 2362710 h 4165294"/>
              <a:gd name="connsiteX35-1769" fmla="*/ 1719802 w 5818497"/>
              <a:gd name="connsiteY35-1770" fmla="*/ 2207107 h 4165294"/>
              <a:gd name="connsiteX36-1771" fmla="*/ 1715900 w 5818497"/>
              <a:gd name="connsiteY36-1772" fmla="*/ 2072087 h 4165294"/>
              <a:gd name="connsiteX37-1773" fmla="*/ 1583145 w 5818497"/>
              <a:gd name="connsiteY37-1774" fmla="*/ 1774992 h 4165294"/>
              <a:gd name="connsiteX38-1775" fmla="*/ 1291962 w 5818497"/>
              <a:gd name="connsiteY38-1776" fmla="*/ 1721384 h 4165294"/>
              <a:gd name="connsiteX39-1777" fmla="*/ 1284260 w 5818497"/>
              <a:gd name="connsiteY39-1778" fmla="*/ 1721034 h 4165294"/>
              <a:gd name="connsiteX40-1779" fmla="*/ 1230947 w 5818497"/>
              <a:gd name="connsiteY40-1780" fmla="*/ 1734742 h 4165294"/>
              <a:gd name="connsiteX41-1781" fmla="*/ 1068962 w 5818497"/>
              <a:gd name="connsiteY41-1782" fmla="*/ 1751071 h 4165294"/>
              <a:gd name="connsiteX42-1783" fmla="*/ 265205 w 5818497"/>
              <a:gd name="connsiteY42-1784" fmla="*/ 947314 h 4165294"/>
              <a:gd name="connsiteX43-1785" fmla="*/ 1068962 w 5818497"/>
              <a:gd name="connsiteY43-1786" fmla="*/ 143557 h 4165294"/>
              <a:gd name="connsiteX44-1787" fmla="*/ 1872719 w 5818497"/>
              <a:gd name="connsiteY44-1788" fmla="*/ 947314 h 4165294"/>
              <a:gd name="connsiteX45-1789" fmla="*/ 1868985 w 5818497"/>
              <a:gd name="connsiteY45-1790" fmla="*/ 984362 h 4165294"/>
              <a:gd name="connsiteX46-1791" fmla="*/ 1879506 w 5818497"/>
              <a:gd name="connsiteY46-1792" fmla="*/ 1023448 h 4165294"/>
              <a:gd name="connsiteX47-1793" fmla="*/ 1975329 w 5818497"/>
              <a:gd name="connsiteY47-1794" fmla="*/ 1145479 h 4165294"/>
              <a:gd name="connsiteX48-1795" fmla="*/ 2379629 w 5818497"/>
              <a:gd name="connsiteY48-1796" fmla="*/ 1086880 h 4165294"/>
              <a:gd name="connsiteX49-1797" fmla="*/ 2459908 w 5818497"/>
              <a:gd name="connsiteY49-1798" fmla="*/ 1065652 h 4165294"/>
              <a:gd name="connsiteX50-1799" fmla="*/ 2484151 w 5818497"/>
              <a:gd name="connsiteY50-1800" fmla="*/ 1053974 h 4165294"/>
              <a:gd name="connsiteX51-1801" fmla="*/ 2971284 w 5818497"/>
              <a:gd name="connsiteY51-1802" fmla="*/ 955626 h 4165294"/>
              <a:gd name="connsiteX52-1803" fmla="*/ 3343437 w 5818497"/>
              <a:gd name="connsiteY52-1804" fmla="*/ 1011890 h 4165294"/>
              <a:gd name="connsiteX53-1805" fmla="*/ 3365408 w 5818497"/>
              <a:gd name="connsiteY53-1806" fmla="*/ 1019932 h 4165294"/>
              <a:gd name="connsiteX54-1807" fmla="*/ 3463768 w 5818497"/>
              <a:gd name="connsiteY54-1808" fmla="*/ 1043649 h 4165294"/>
              <a:gd name="connsiteX55-1809" fmla="*/ 3801864 w 5818497"/>
              <a:gd name="connsiteY55-1810" fmla="*/ 1089506 h 4165294"/>
              <a:gd name="connsiteX56-1811" fmla="*/ 3876290 w 5818497"/>
              <a:gd name="connsiteY56-1812" fmla="*/ 903837 h 4165294"/>
              <a:gd name="connsiteX57-1813" fmla="*/ 3876558 w 5818497"/>
              <a:gd name="connsiteY57-1814" fmla="*/ 891035 h 4165294"/>
              <a:gd name="connsiteX58-1815" fmla="*/ 3867759 w 5818497"/>
              <a:gd name="connsiteY58-1816" fmla="*/ 803757 h 4165294"/>
              <a:gd name="connsiteX59-1817" fmla="*/ 4671516 w 5818497"/>
              <a:gd name="connsiteY59-1818" fmla="*/ 0 h 4165294"/>
              <a:gd name="connsiteX0-1819" fmla="*/ 4671516 w 5818497"/>
              <a:gd name="connsiteY0-1820" fmla="*/ 0 h 4165294"/>
              <a:gd name="connsiteX1-1821" fmla="*/ 5475273 w 5818497"/>
              <a:gd name="connsiteY1-1822" fmla="*/ 803757 h 4165294"/>
              <a:gd name="connsiteX2-1823" fmla="*/ 4671516 w 5818497"/>
              <a:gd name="connsiteY2-1824" fmla="*/ 1607514 h 4165294"/>
              <a:gd name="connsiteX3-1825" fmla="*/ 4589316 w 5818497"/>
              <a:gd name="connsiteY3-1826" fmla="*/ 1613562 h 4165294"/>
              <a:gd name="connsiteX4-1827" fmla="*/ 4248904 w 5818497"/>
              <a:gd name="connsiteY4-1828" fmla="*/ 1681327 h 4165294"/>
              <a:gd name="connsiteX5-1829" fmla="*/ 4192698 w 5818497"/>
              <a:gd name="connsiteY5-1830" fmla="*/ 1863939 h 4165294"/>
              <a:gd name="connsiteX6-1831" fmla="*/ 4193822 w 5818497"/>
              <a:gd name="connsiteY6-1832" fmla="*/ 1941207 h 4165294"/>
              <a:gd name="connsiteX7-1833" fmla="*/ 4222766 w 5818497"/>
              <a:gd name="connsiteY7-1834" fmla="*/ 2207107 h 4165294"/>
              <a:gd name="connsiteX8-1835" fmla="*/ 4234902 w 5818497"/>
              <a:gd name="connsiteY8-1836" fmla="*/ 2424239 h 4165294"/>
              <a:gd name="connsiteX9-1837" fmla="*/ 4336434 w 5818497"/>
              <a:gd name="connsiteY9-1838" fmla="*/ 2632908 h 4165294"/>
              <a:gd name="connsiteX10-1839" fmla="*/ 4703828 w 5818497"/>
              <a:gd name="connsiteY10-1840" fmla="*/ 2617354 h 4165294"/>
              <a:gd name="connsiteX11-1841" fmla="*/ 4775727 w 5818497"/>
              <a:gd name="connsiteY11-1842" fmla="*/ 2593915 h 4165294"/>
              <a:gd name="connsiteX12-1843" fmla="*/ 5014740 w 5818497"/>
              <a:gd name="connsiteY12-1844" fmla="*/ 2557780 h 4165294"/>
              <a:gd name="connsiteX13-1845" fmla="*/ 5818497 w 5818497"/>
              <a:gd name="connsiteY13-1846" fmla="*/ 3361537 h 4165294"/>
              <a:gd name="connsiteX14-1847" fmla="*/ 5014740 w 5818497"/>
              <a:gd name="connsiteY14-1848" fmla="*/ 4165294 h 4165294"/>
              <a:gd name="connsiteX15-1849" fmla="*/ 4274146 w 5818497"/>
              <a:gd name="connsiteY15-1850" fmla="*/ 3674396 h 4165294"/>
              <a:gd name="connsiteX16-1851" fmla="*/ 4226990 w 5818497"/>
              <a:gd name="connsiteY16-1852" fmla="*/ 3554733 h 4165294"/>
              <a:gd name="connsiteX17-1853" fmla="*/ 3995376 w 5818497"/>
              <a:gd name="connsiteY17-1854" fmla="*/ 3275751 h 4165294"/>
              <a:gd name="connsiteX18-1855" fmla="*/ 3539283 w 5818497"/>
              <a:gd name="connsiteY18-1856" fmla="*/ 3328741 h 4165294"/>
              <a:gd name="connsiteX19-1857" fmla="*/ 3458417 w 5818497"/>
              <a:gd name="connsiteY19-1858" fmla="*/ 3360241 h 4165294"/>
              <a:gd name="connsiteX20-1859" fmla="*/ 2971284 w 5818497"/>
              <a:gd name="connsiteY20-1860" fmla="*/ 3458588 h 4165294"/>
              <a:gd name="connsiteX21-1861" fmla="*/ 2374754 w 5818497"/>
              <a:gd name="connsiteY21-1862" fmla="*/ 3307541 h 4165294"/>
              <a:gd name="connsiteX22-1863" fmla="*/ 2193178 w 5818497"/>
              <a:gd name="connsiteY22-1864" fmla="*/ 3269386 h 4165294"/>
              <a:gd name="connsiteX23-1865" fmla="*/ 1840169 w 5818497"/>
              <a:gd name="connsiteY23-1866" fmla="*/ 3296069 h 4165294"/>
              <a:gd name="connsiteX24-1867" fmla="*/ 1576013 w 5818497"/>
              <a:gd name="connsiteY24-1868" fmla="*/ 3614421 h 4165294"/>
              <a:gd name="connsiteX25-1869" fmla="*/ 1544351 w 5818497"/>
              <a:gd name="connsiteY25-1870" fmla="*/ 3674396 h 4165294"/>
              <a:gd name="connsiteX26-1871" fmla="*/ 803757 w 5818497"/>
              <a:gd name="connsiteY26-1872" fmla="*/ 4165294 h 4165294"/>
              <a:gd name="connsiteX27-1873" fmla="*/ 0 w 5818497"/>
              <a:gd name="connsiteY27-1874" fmla="*/ 3361537 h 4165294"/>
              <a:gd name="connsiteX28-1875" fmla="*/ 803757 w 5818497"/>
              <a:gd name="connsiteY28-1876" fmla="*/ 2557780 h 4165294"/>
              <a:gd name="connsiteX29-1877" fmla="*/ 965742 w 5818497"/>
              <a:gd name="connsiteY29-1878" fmla="*/ 2574110 h 4165294"/>
              <a:gd name="connsiteX30-1879" fmla="*/ 1002048 w 5818497"/>
              <a:gd name="connsiteY30-1880" fmla="*/ 2583445 h 4165294"/>
              <a:gd name="connsiteX31-1881" fmla="*/ 1055249 w 5818497"/>
              <a:gd name="connsiteY31-1882" fmla="*/ 2584470 h 4165294"/>
              <a:gd name="connsiteX32-1883" fmla="*/ 1553720 w 5818497"/>
              <a:gd name="connsiteY32-1884" fmla="*/ 2598615 h 4165294"/>
              <a:gd name="connsiteX33-1885" fmla="*/ 1716458 w 5818497"/>
              <a:gd name="connsiteY33-1886" fmla="*/ 2362710 h 4165294"/>
              <a:gd name="connsiteX34-1887" fmla="*/ 1719802 w 5818497"/>
              <a:gd name="connsiteY34-1888" fmla="*/ 2207107 h 4165294"/>
              <a:gd name="connsiteX35-1889" fmla="*/ 1715900 w 5818497"/>
              <a:gd name="connsiteY35-1890" fmla="*/ 2072087 h 4165294"/>
              <a:gd name="connsiteX36-1891" fmla="*/ 1583145 w 5818497"/>
              <a:gd name="connsiteY36-1892" fmla="*/ 1774992 h 4165294"/>
              <a:gd name="connsiteX37-1893" fmla="*/ 1291962 w 5818497"/>
              <a:gd name="connsiteY37-1894" fmla="*/ 1721384 h 4165294"/>
              <a:gd name="connsiteX38-1895" fmla="*/ 1284260 w 5818497"/>
              <a:gd name="connsiteY38-1896" fmla="*/ 1721034 h 4165294"/>
              <a:gd name="connsiteX39-1897" fmla="*/ 1230947 w 5818497"/>
              <a:gd name="connsiteY39-1898" fmla="*/ 1734742 h 4165294"/>
              <a:gd name="connsiteX40-1899" fmla="*/ 1068962 w 5818497"/>
              <a:gd name="connsiteY40-1900" fmla="*/ 1751071 h 4165294"/>
              <a:gd name="connsiteX41-1901" fmla="*/ 265205 w 5818497"/>
              <a:gd name="connsiteY41-1902" fmla="*/ 947314 h 4165294"/>
              <a:gd name="connsiteX42-1903" fmla="*/ 1068962 w 5818497"/>
              <a:gd name="connsiteY42-1904" fmla="*/ 143557 h 4165294"/>
              <a:gd name="connsiteX43-1905" fmla="*/ 1872719 w 5818497"/>
              <a:gd name="connsiteY43-1906" fmla="*/ 947314 h 4165294"/>
              <a:gd name="connsiteX44-1907" fmla="*/ 1868985 w 5818497"/>
              <a:gd name="connsiteY44-1908" fmla="*/ 984362 h 4165294"/>
              <a:gd name="connsiteX45-1909" fmla="*/ 1879506 w 5818497"/>
              <a:gd name="connsiteY45-1910" fmla="*/ 1023448 h 4165294"/>
              <a:gd name="connsiteX46-1911" fmla="*/ 1975329 w 5818497"/>
              <a:gd name="connsiteY46-1912" fmla="*/ 1145479 h 4165294"/>
              <a:gd name="connsiteX47-1913" fmla="*/ 2379629 w 5818497"/>
              <a:gd name="connsiteY47-1914" fmla="*/ 1086880 h 4165294"/>
              <a:gd name="connsiteX48-1915" fmla="*/ 2459908 w 5818497"/>
              <a:gd name="connsiteY48-1916" fmla="*/ 1065652 h 4165294"/>
              <a:gd name="connsiteX49-1917" fmla="*/ 2484151 w 5818497"/>
              <a:gd name="connsiteY49-1918" fmla="*/ 1053974 h 4165294"/>
              <a:gd name="connsiteX50-1919" fmla="*/ 2971284 w 5818497"/>
              <a:gd name="connsiteY50-1920" fmla="*/ 955626 h 4165294"/>
              <a:gd name="connsiteX51-1921" fmla="*/ 3343437 w 5818497"/>
              <a:gd name="connsiteY51-1922" fmla="*/ 1011890 h 4165294"/>
              <a:gd name="connsiteX52-1923" fmla="*/ 3365408 w 5818497"/>
              <a:gd name="connsiteY52-1924" fmla="*/ 1019932 h 4165294"/>
              <a:gd name="connsiteX53-1925" fmla="*/ 3463768 w 5818497"/>
              <a:gd name="connsiteY53-1926" fmla="*/ 1043649 h 4165294"/>
              <a:gd name="connsiteX54-1927" fmla="*/ 3801864 w 5818497"/>
              <a:gd name="connsiteY54-1928" fmla="*/ 1089506 h 4165294"/>
              <a:gd name="connsiteX55-1929" fmla="*/ 3876290 w 5818497"/>
              <a:gd name="connsiteY55-1930" fmla="*/ 903837 h 4165294"/>
              <a:gd name="connsiteX56-1931" fmla="*/ 3876558 w 5818497"/>
              <a:gd name="connsiteY56-1932" fmla="*/ 891035 h 4165294"/>
              <a:gd name="connsiteX57-1933" fmla="*/ 3867759 w 5818497"/>
              <a:gd name="connsiteY57-1934" fmla="*/ 803757 h 4165294"/>
              <a:gd name="connsiteX58-1935" fmla="*/ 4671516 w 5818497"/>
              <a:gd name="connsiteY58-1936" fmla="*/ 0 h 4165294"/>
              <a:gd name="connsiteX0-1937" fmla="*/ 4671516 w 5818497"/>
              <a:gd name="connsiteY0-1938" fmla="*/ 0 h 4165294"/>
              <a:gd name="connsiteX1-1939" fmla="*/ 5475273 w 5818497"/>
              <a:gd name="connsiteY1-1940" fmla="*/ 803757 h 4165294"/>
              <a:gd name="connsiteX2-1941" fmla="*/ 4671516 w 5818497"/>
              <a:gd name="connsiteY2-1942" fmla="*/ 1607514 h 4165294"/>
              <a:gd name="connsiteX3-1943" fmla="*/ 4589316 w 5818497"/>
              <a:gd name="connsiteY3-1944" fmla="*/ 1613562 h 4165294"/>
              <a:gd name="connsiteX4-1945" fmla="*/ 4248904 w 5818497"/>
              <a:gd name="connsiteY4-1946" fmla="*/ 1681327 h 4165294"/>
              <a:gd name="connsiteX5-1947" fmla="*/ 4192698 w 5818497"/>
              <a:gd name="connsiteY5-1948" fmla="*/ 1863939 h 4165294"/>
              <a:gd name="connsiteX6-1949" fmla="*/ 4193822 w 5818497"/>
              <a:gd name="connsiteY6-1950" fmla="*/ 1941207 h 4165294"/>
              <a:gd name="connsiteX7-1951" fmla="*/ 4222766 w 5818497"/>
              <a:gd name="connsiteY7-1952" fmla="*/ 2207107 h 4165294"/>
              <a:gd name="connsiteX8-1953" fmla="*/ 4234902 w 5818497"/>
              <a:gd name="connsiteY8-1954" fmla="*/ 2424239 h 4165294"/>
              <a:gd name="connsiteX9-1955" fmla="*/ 4336434 w 5818497"/>
              <a:gd name="connsiteY9-1956" fmla="*/ 2632908 h 4165294"/>
              <a:gd name="connsiteX10-1957" fmla="*/ 4703828 w 5818497"/>
              <a:gd name="connsiteY10-1958" fmla="*/ 2617354 h 4165294"/>
              <a:gd name="connsiteX11-1959" fmla="*/ 4775727 w 5818497"/>
              <a:gd name="connsiteY11-1960" fmla="*/ 2593915 h 4165294"/>
              <a:gd name="connsiteX12-1961" fmla="*/ 5014740 w 5818497"/>
              <a:gd name="connsiteY12-1962" fmla="*/ 2557780 h 4165294"/>
              <a:gd name="connsiteX13-1963" fmla="*/ 5818497 w 5818497"/>
              <a:gd name="connsiteY13-1964" fmla="*/ 3361537 h 4165294"/>
              <a:gd name="connsiteX14-1965" fmla="*/ 5014740 w 5818497"/>
              <a:gd name="connsiteY14-1966" fmla="*/ 4165294 h 4165294"/>
              <a:gd name="connsiteX15-1967" fmla="*/ 4274146 w 5818497"/>
              <a:gd name="connsiteY15-1968" fmla="*/ 3674396 h 4165294"/>
              <a:gd name="connsiteX16-1969" fmla="*/ 4226990 w 5818497"/>
              <a:gd name="connsiteY16-1970" fmla="*/ 3554733 h 4165294"/>
              <a:gd name="connsiteX17-1971" fmla="*/ 3995376 w 5818497"/>
              <a:gd name="connsiteY17-1972" fmla="*/ 3275751 h 4165294"/>
              <a:gd name="connsiteX18-1973" fmla="*/ 3539283 w 5818497"/>
              <a:gd name="connsiteY18-1974" fmla="*/ 3328741 h 4165294"/>
              <a:gd name="connsiteX19-1975" fmla="*/ 3458417 w 5818497"/>
              <a:gd name="connsiteY19-1976" fmla="*/ 3360241 h 4165294"/>
              <a:gd name="connsiteX20-1977" fmla="*/ 2971284 w 5818497"/>
              <a:gd name="connsiteY20-1978" fmla="*/ 3458588 h 4165294"/>
              <a:gd name="connsiteX21-1979" fmla="*/ 2374754 w 5818497"/>
              <a:gd name="connsiteY21-1980" fmla="*/ 3307541 h 4165294"/>
              <a:gd name="connsiteX22-1981" fmla="*/ 2193178 w 5818497"/>
              <a:gd name="connsiteY22-1982" fmla="*/ 3269386 h 4165294"/>
              <a:gd name="connsiteX23-1983" fmla="*/ 1840169 w 5818497"/>
              <a:gd name="connsiteY23-1984" fmla="*/ 3296069 h 4165294"/>
              <a:gd name="connsiteX24-1985" fmla="*/ 1576013 w 5818497"/>
              <a:gd name="connsiteY24-1986" fmla="*/ 3614421 h 4165294"/>
              <a:gd name="connsiteX25-1987" fmla="*/ 1544351 w 5818497"/>
              <a:gd name="connsiteY25-1988" fmla="*/ 3674396 h 4165294"/>
              <a:gd name="connsiteX26-1989" fmla="*/ 803757 w 5818497"/>
              <a:gd name="connsiteY26-1990" fmla="*/ 4165294 h 4165294"/>
              <a:gd name="connsiteX27-1991" fmla="*/ 0 w 5818497"/>
              <a:gd name="connsiteY27-1992" fmla="*/ 3361537 h 4165294"/>
              <a:gd name="connsiteX28-1993" fmla="*/ 803757 w 5818497"/>
              <a:gd name="connsiteY28-1994" fmla="*/ 2557780 h 4165294"/>
              <a:gd name="connsiteX29-1995" fmla="*/ 965742 w 5818497"/>
              <a:gd name="connsiteY29-1996" fmla="*/ 2574110 h 4165294"/>
              <a:gd name="connsiteX30-1997" fmla="*/ 1002048 w 5818497"/>
              <a:gd name="connsiteY30-1998" fmla="*/ 2583445 h 4165294"/>
              <a:gd name="connsiteX31-1999" fmla="*/ 1055249 w 5818497"/>
              <a:gd name="connsiteY31-2000" fmla="*/ 2584470 h 4165294"/>
              <a:gd name="connsiteX32-2001" fmla="*/ 1553720 w 5818497"/>
              <a:gd name="connsiteY32-2002" fmla="*/ 2598615 h 4165294"/>
              <a:gd name="connsiteX33-2003" fmla="*/ 1716458 w 5818497"/>
              <a:gd name="connsiteY33-2004" fmla="*/ 2362710 h 4165294"/>
              <a:gd name="connsiteX34-2005" fmla="*/ 1719802 w 5818497"/>
              <a:gd name="connsiteY34-2006" fmla="*/ 2207107 h 4165294"/>
              <a:gd name="connsiteX35-2007" fmla="*/ 1715900 w 5818497"/>
              <a:gd name="connsiteY35-2008" fmla="*/ 2072087 h 4165294"/>
              <a:gd name="connsiteX36-2009" fmla="*/ 1583145 w 5818497"/>
              <a:gd name="connsiteY36-2010" fmla="*/ 1774992 h 4165294"/>
              <a:gd name="connsiteX37-2011" fmla="*/ 1291962 w 5818497"/>
              <a:gd name="connsiteY37-2012" fmla="*/ 1721384 h 4165294"/>
              <a:gd name="connsiteX38-2013" fmla="*/ 1284260 w 5818497"/>
              <a:gd name="connsiteY38-2014" fmla="*/ 1721034 h 4165294"/>
              <a:gd name="connsiteX39-2015" fmla="*/ 1230947 w 5818497"/>
              <a:gd name="connsiteY39-2016" fmla="*/ 1734742 h 4165294"/>
              <a:gd name="connsiteX40-2017" fmla="*/ 1068962 w 5818497"/>
              <a:gd name="connsiteY40-2018" fmla="*/ 1751071 h 4165294"/>
              <a:gd name="connsiteX41-2019" fmla="*/ 265205 w 5818497"/>
              <a:gd name="connsiteY41-2020" fmla="*/ 947314 h 4165294"/>
              <a:gd name="connsiteX42-2021" fmla="*/ 1068962 w 5818497"/>
              <a:gd name="connsiteY42-2022" fmla="*/ 143557 h 4165294"/>
              <a:gd name="connsiteX43-2023" fmla="*/ 1872719 w 5818497"/>
              <a:gd name="connsiteY43-2024" fmla="*/ 947314 h 4165294"/>
              <a:gd name="connsiteX44-2025" fmla="*/ 1868985 w 5818497"/>
              <a:gd name="connsiteY44-2026" fmla="*/ 984362 h 4165294"/>
              <a:gd name="connsiteX45-2027" fmla="*/ 1879506 w 5818497"/>
              <a:gd name="connsiteY45-2028" fmla="*/ 1023448 h 4165294"/>
              <a:gd name="connsiteX46-2029" fmla="*/ 1975329 w 5818497"/>
              <a:gd name="connsiteY46-2030" fmla="*/ 1145479 h 4165294"/>
              <a:gd name="connsiteX47-2031" fmla="*/ 2379629 w 5818497"/>
              <a:gd name="connsiteY47-2032" fmla="*/ 1086880 h 4165294"/>
              <a:gd name="connsiteX48-2033" fmla="*/ 2484151 w 5818497"/>
              <a:gd name="connsiteY48-2034" fmla="*/ 1053974 h 4165294"/>
              <a:gd name="connsiteX49-2035" fmla="*/ 2971284 w 5818497"/>
              <a:gd name="connsiteY49-2036" fmla="*/ 955626 h 4165294"/>
              <a:gd name="connsiteX50-2037" fmla="*/ 3343437 w 5818497"/>
              <a:gd name="connsiteY50-2038" fmla="*/ 1011890 h 4165294"/>
              <a:gd name="connsiteX51-2039" fmla="*/ 3365408 w 5818497"/>
              <a:gd name="connsiteY51-2040" fmla="*/ 1019932 h 4165294"/>
              <a:gd name="connsiteX52-2041" fmla="*/ 3463768 w 5818497"/>
              <a:gd name="connsiteY52-2042" fmla="*/ 1043649 h 4165294"/>
              <a:gd name="connsiteX53-2043" fmla="*/ 3801864 w 5818497"/>
              <a:gd name="connsiteY53-2044" fmla="*/ 1089506 h 4165294"/>
              <a:gd name="connsiteX54-2045" fmla="*/ 3876290 w 5818497"/>
              <a:gd name="connsiteY54-2046" fmla="*/ 903837 h 4165294"/>
              <a:gd name="connsiteX55-2047" fmla="*/ 3876558 w 5818497"/>
              <a:gd name="connsiteY55-2048" fmla="*/ 891035 h 4165294"/>
              <a:gd name="connsiteX56-2049" fmla="*/ 3867759 w 5818497"/>
              <a:gd name="connsiteY56-2050" fmla="*/ 803757 h 4165294"/>
              <a:gd name="connsiteX57-2051" fmla="*/ 4671516 w 5818497"/>
              <a:gd name="connsiteY57-2052" fmla="*/ 0 h 4165294"/>
              <a:gd name="connsiteX0-2053" fmla="*/ 4671516 w 5818497"/>
              <a:gd name="connsiteY0-2054" fmla="*/ 0 h 4165294"/>
              <a:gd name="connsiteX1-2055" fmla="*/ 5475273 w 5818497"/>
              <a:gd name="connsiteY1-2056" fmla="*/ 803757 h 4165294"/>
              <a:gd name="connsiteX2-2057" fmla="*/ 4671516 w 5818497"/>
              <a:gd name="connsiteY2-2058" fmla="*/ 1607514 h 4165294"/>
              <a:gd name="connsiteX3-2059" fmla="*/ 4589316 w 5818497"/>
              <a:gd name="connsiteY3-2060" fmla="*/ 1613562 h 4165294"/>
              <a:gd name="connsiteX4-2061" fmla="*/ 4248904 w 5818497"/>
              <a:gd name="connsiteY4-2062" fmla="*/ 1681327 h 4165294"/>
              <a:gd name="connsiteX5-2063" fmla="*/ 4192698 w 5818497"/>
              <a:gd name="connsiteY5-2064" fmla="*/ 1863939 h 4165294"/>
              <a:gd name="connsiteX6-2065" fmla="*/ 4193822 w 5818497"/>
              <a:gd name="connsiteY6-2066" fmla="*/ 1941207 h 4165294"/>
              <a:gd name="connsiteX7-2067" fmla="*/ 4222766 w 5818497"/>
              <a:gd name="connsiteY7-2068" fmla="*/ 2207107 h 4165294"/>
              <a:gd name="connsiteX8-2069" fmla="*/ 4234902 w 5818497"/>
              <a:gd name="connsiteY8-2070" fmla="*/ 2424239 h 4165294"/>
              <a:gd name="connsiteX9-2071" fmla="*/ 4336434 w 5818497"/>
              <a:gd name="connsiteY9-2072" fmla="*/ 2632908 h 4165294"/>
              <a:gd name="connsiteX10-2073" fmla="*/ 4703828 w 5818497"/>
              <a:gd name="connsiteY10-2074" fmla="*/ 2617354 h 4165294"/>
              <a:gd name="connsiteX11-2075" fmla="*/ 4775727 w 5818497"/>
              <a:gd name="connsiteY11-2076" fmla="*/ 2593915 h 4165294"/>
              <a:gd name="connsiteX12-2077" fmla="*/ 5014740 w 5818497"/>
              <a:gd name="connsiteY12-2078" fmla="*/ 2557780 h 4165294"/>
              <a:gd name="connsiteX13-2079" fmla="*/ 5818497 w 5818497"/>
              <a:gd name="connsiteY13-2080" fmla="*/ 3361537 h 4165294"/>
              <a:gd name="connsiteX14-2081" fmla="*/ 5014740 w 5818497"/>
              <a:gd name="connsiteY14-2082" fmla="*/ 4165294 h 4165294"/>
              <a:gd name="connsiteX15-2083" fmla="*/ 4274146 w 5818497"/>
              <a:gd name="connsiteY15-2084" fmla="*/ 3674396 h 4165294"/>
              <a:gd name="connsiteX16-2085" fmla="*/ 4226990 w 5818497"/>
              <a:gd name="connsiteY16-2086" fmla="*/ 3554733 h 4165294"/>
              <a:gd name="connsiteX17-2087" fmla="*/ 3995376 w 5818497"/>
              <a:gd name="connsiteY17-2088" fmla="*/ 3275751 h 4165294"/>
              <a:gd name="connsiteX18-2089" fmla="*/ 3539283 w 5818497"/>
              <a:gd name="connsiteY18-2090" fmla="*/ 3328741 h 4165294"/>
              <a:gd name="connsiteX19-2091" fmla="*/ 3458417 w 5818497"/>
              <a:gd name="connsiteY19-2092" fmla="*/ 3360241 h 4165294"/>
              <a:gd name="connsiteX20-2093" fmla="*/ 2971284 w 5818497"/>
              <a:gd name="connsiteY20-2094" fmla="*/ 3458588 h 4165294"/>
              <a:gd name="connsiteX21-2095" fmla="*/ 2374754 w 5818497"/>
              <a:gd name="connsiteY21-2096" fmla="*/ 3307541 h 4165294"/>
              <a:gd name="connsiteX22-2097" fmla="*/ 2193178 w 5818497"/>
              <a:gd name="connsiteY22-2098" fmla="*/ 3269386 h 4165294"/>
              <a:gd name="connsiteX23-2099" fmla="*/ 1840169 w 5818497"/>
              <a:gd name="connsiteY23-2100" fmla="*/ 3296069 h 4165294"/>
              <a:gd name="connsiteX24-2101" fmla="*/ 1576013 w 5818497"/>
              <a:gd name="connsiteY24-2102" fmla="*/ 3614421 h 4165294"/>
              <a:gd name="connsiteX25-2103" fmla="*/ 1544351 w 5818497"/>
              <a:gd name="connsiteY25-2104" fmla="*/ 3674396 h 4165294"/>
              <a:gd name="connsiteX26-2105" fmla="*/ 803757 w 5818497"/>
              <a:gd name="connsiteY26-2106" fmla="*/ 4165294 h 4165294"/>
              <a:gd name="connsiteX27-2107" fmla="*/ 0 w 5818497"/>
              <a:gd name="connsiteY27-2108" fmla="*/ 3361537 h 4165294"/>
              <a:gd name="connsiteX28-2109" fmla="*/ 803757 w 5818497"/>
              <a:gd name="connsiteY28-2110" fmla="*/ 2557780 h 4165294"/>
              <a:gd name="connsiteX29-2111" fmla="*/ 965742 w 5818497"/>
              <a:gd name="connsiteY29-2112" fmla="*/ 2574110 h 4165294"/>
              <a:gd name="connsiteX30-2113" fmla="*/ 1002048 w 5818497"/>
              <a:gd name="connsiteY30-2114" fmla="*/ 2583445 h 4165294"/>
              <a:gd name="connsiteX31-2115" fmla="*/ 1055249 w 5818497"/>
              <a:gd name="connsiteY31-2116" fmla="*/ 2584470 h 4165294"/>
              <a:gd name="connsiteX32-2117" fmla="*/ 1553720 w 5818497"/>
              <a:gd name="connsiteY32-2118" fmla="*/ 2598615 h 4165294"/>
              <a:gd name="connsiteX33-2119" fmla="*/ 1716458 w 5818497"/>
              <a:gd name="connsiteY33-2120" fmla="*/ 2362710 h 4165294"/>
              <a:gd name="connsiteX34-2121" fmla="*/ 1719802 w 5818497"/>
              <a:gd name="connsiteY34-2122" fmla="*/ 2207107 h 4165294"/>
              <a:gd name="connsiteX35-2123" fmla="*/ 1715900 w 5818497"/>
              <a:gd name="connsiteY35-2124" fmla="*/ 2072087 h 4165294"/>
              <a:gd name="connsiteX36-2125" fmla="*/ 1583145 w 5818497"/>
              <a:gd name="connsiteY36-2126" fmla="*/ 1774992 h 4165294"/>
              <a:gd name="connsiteX37-2127" fmla="*/ 1291962 w 5818497"/>
              <a:gd name="connsiteY37-2128" fmla="*/ 1721384 h 4165294"/>
              <a:gd name="connsiteX38-2129" fmla="*/ 1284260 w 5818497"/>
              <a:gd name="connsiteY38-2130" fmla="*/ 1721034 h 4165294"/>
              <a:gd name="connsiteX39-2131" fmla="*/ 1230947 w 5818497"/>
              <a:gd name="connsiteY39-2132" fmla="*/ 1734742 h 4165294"/>
              <a:gd name="connsiteX40-2133" fmla="*/ 1068962 w 5818497"/>
              <a:gd name="connsiteY40-2134" fmla="*/ 1751071 h 4165294"/>
              <a:gd name="connsiteX41-2135" fmla="*/ 265205 w 5818497"/>
              <a:gd name="connsiteY41-2136" fmla="*/ 947314 h 4165294"/>
              <a:gd name="connsiteX42-2137" fmla="*/ 1068962 w 5818497"/>
              <a:gd name="connsiteY42-2138" fmla="*/ 143557 h 4165294"/>
              <a:gd name="connsiteX43-2139" fmla="*/ 1872719 w 5818497"/>
              <a:gd name="connsiteY43-2140" fmla="*/ 947314 h 4165294"/>
              <a:gd name="connsiteX44-2141" fmla="*/ 1868985 w 5818497"/>
              <a:gd name="connsiteY44-2142" fmla="*/ 984362 h 4165294"/>
              <a:gd name="connsiteX45-2143" fmla="*/ 1879506 w 5818497"/>
              <a:gd name="connsiteY45-2144" fmla="*/ 1023448 h 4165294"/>
              <a:gd name="connsiteX46-2145" fmla="*/ 1975329 w 5818497"/>
              <a:gd name="connsiteY46-2146" fmla="*/ 1145479 h 4165294"/>
              <a:gd name="connsiteX47-2147" fmla="*/ 2379629 w 5818497"/>
              <a:gd name="connsiteY47-2148" fmla="*/ 1086880 h 4165294"/>
              <a:gd name="connsiteX48-2149" fmla="*/ 2484151 w 5818497"/>
              <a:gd name="connsiteY48-2150" fmla="*/ 1053974 h 4165294"/>
              <a:gd name="connsiteX49-2151" fmla="*/ 2971284 w 5818497"/>
              <a:gd name="connsiteY49-2152" fmla="*/ 955626 h 4165294"/>
              <a:gd name="connsiteX50-2153" fmla="*/ 3343437 w 5818497"/>
              <a:gd name="connsiteY50-2154" fmla="*/ 1011890 h 4165294"/>
              <a:gd name="connsiteX51-2155" fmla="*/ 3463768 w 5818497"/>
              <a:gd name="connsiteY51-2156" fmla="*/ 1043649 h 4165294"/>
              <a:gd name="connsiteX52-2157" fmla="*/ 3801864 w 5818497"/>
              <a:gd name="connsiteY52-2158" fmla="*/ 1089506 h 4165294"/>
              <a:gd name="connsiteX53-2159" fmla="*/ 3876290 w 5818497"/>
              <a:gd name="connsiteY53-2160" fmla="*/ 903837 h 4165294"/>
              <a:gd name="connsiteX54-2161" fmla="*/ 3876558 w 5818497"/>
              <a:gd name="connsiteY54-2162" fmla="*/ 891035 h 4165294"/>
              <a:gd name="connsiteX55-2163" fmla="*/ 3867759 w 5818497"/>
              <a:gd name="connsiteY55-2164" fmla="*/ 803757 h 4165294"/>
              <a:gd name="connsiteX56-2165" fmla="*/ 4671516 w 5818497"/>
              <a:gd name="connsiteY56-2166" fmla="*/ 0 h 4165294"/>
              <a:gd name="connsiteX0-2167" fmla="*/ 4671516 w 5818497"/>
              <a:gd name="connsiteY0-2168" fmla="*/ 0 h 4165294"/>
              <a:gd name="connsiteX1-2169" fmla="*/ 5475273 w 5818497"/>
              <a:gd name="connsiteY1-2170" fmla="*/ 803757 h 4165294"/>
              <a:gd name="connsiteX2-2171" fmla="*/ 4671516 w 5818497"/>
              <a:gd name="connsiteY2-2172" fmla="*/ 1607514 h 4165294"/>
              <a:gd name="connsiteX3-2173" fmla="*/ 4589316 w 5818497"/>
              <a:gd name="connsiteY3-2174" fmla="*/ 1613562 h 4165294"/>
              <a:gd name="connsiteX4-2175" fmla="*/ 4248904 w 5818497"/>
              <a:gd name="connsiteY4-2176" fmla="*/ 1681327 h 4165294"/>
              <a:gd name="connsiteX5-2177" fmla="*/ 4192698 w 5818497"/>
              <a:gd name="connsiteY5-2178" fmla="*/ 1863939 h 4165294"/>
              <a:gd name="connsiteX6-2179" fmla="*/ 4193822 w 5818497"/>
              <a:gd name="connsiteY6-2180" fmla="*/ 1941207 h 4165294"/>
              <a:gd name="connsiteX7-2181" fmla="*/ 4222766 w 5818497"/>
              <a:gd name="connsiteY7-2182" fmla="*/ 2207107 h 4165294"/>
              <a:gd name="connsiteX8-2183" fmla="*/ 4234902 w 5818497"/>
              <a:gd name="connsiteY8-2184" fmla="*/ 2424239 h 4165294"/>
              <a:gd name="connsiteX9-2185" fmla="*/ 4336434 w 5818497"/>
              <a:gd name="connsiteY9-2186" fmla="*/ 2632908 h 4165294"/>
              <a:gd name="connsiteX10-2187" fmla="*/ 4703828 w 5818497"/>
              <a:gd name="connsiteY10-2188" fmla="*/ 2617354 h 4165294"/>
              <a:gd name="connsiteX11-2189" fmla="*/ 4775727 w 5818497"/>
              <a:gd name="connsiteY11-2190" fmla="*/ 2593915 h 4165294"/>
              <a:gd name="connsiteX12-2191" fmla="*/ 5014740 w 5818497"/>
              <a:gd name="connsiteY12-2192" fmla="*/ 2557780 h 4165294"/>
              <a:gd name="connsiteX13-2193" fmla="*/ 5818497 w 5818497"/>
              <a:gd name="connsiteY13-2194" fmla="*/ 3361537 h 4165294"/>
              <a:gd name="connsiteX14-2195" fmla="*/ 5014740 w 5818497"/>
              <a:gd name="connsiteY14-2196" fmla="*/ 4165294 h 4165294"/>
              <a:gd name="connsiteX15-2197" fmla="*/ 4274146 w 5818497"/>
              <a:gd name="connsiteY15-2198" fmla="*/ 3674396 h 4165294"/>
              <a:gd name="connsiteX16-2199" fmla="*/ 4226990 w 5818497"/>
              <a:gd name="connsiteY16-2200" fmla="*/ 3554733 h 4165294"/>
              <a:gd name="connsiteX17-2201" fmla="*/ 3995376 w 5818497"/>
              <a:gd name="connsiteY17-2202" fmla="*/ 3275751 h 4165294"/>
              <a:gd name="connsiteX18-2203" fmla="*/ 3539283 w 5818497"/>
              <a:gd name="connsiteY18-2204" fmla="*/ 3328741 h 4165294"/>
              <a:gd name="connsiteX19-2205" fmla="*/ 3458417 w 5818497"/>
              <a:gd name="connsiteY19-2206" fmla="*/ 3360241 h 4165294"/>
              <a:gd name="connsiteX20-2207" fmla="*/ 2971284 w 5818497"/>
              <a:gd name="connsiteY20-2208" fmla="*/ 3458588 h 4165294"/>
              <a:gd name="connsiteX21-2209" fmla="*/ 2374754 w 5818497"/>
              <a:gd name="connsiteY21-2210" fmla="*/ 3307541 h 4165294"/>
              <a:gd name="connsiteX22-2211" fmla="*/ 2193178 w 5818497"/>
              <a:gd name="connsiteY22-2212" fmla="*/ 3269386 h 4165294"/>
              <a:gd name="connsiteX23-2213" fmla="*/ 1840169 w 5818497"/>
              <a:gd name="connsiteY23-2214" fmla="*/ 3296069 h 4165294"/>
              <a:gd name="connsiteX24-2215" fmla="*/ 1576013 w 5818497"/>
              <a:gd name="connsiteY24-2216" fmla="*/ 3614421 h 4165294"/>
              <a:gd name="connsiteX25-2217" fmla="*/ 1544351 w 5818497"/>
              <a:gd name="connsiteY25-2218" fmla="*/ 3674396 h 4165294"/>
              <a:gd name="connsiteX26-2219" fmla="*/ 803757 w 5818497"/>
              <a:gd name="connsiteY26-2220" fmla="*/ 4165294 h 4165294"/>
              <a:gd name="connsiteX27-2221" fmla="*/ 0 w 5818497"/>
              <a:gd name="connsiteY27-2222" fmla="*/ 3361537 h 4165294"/>
              <a:gd name="connsiteX28-2223" fmla="*/ 803757 w 5818497"/>
              <a:gd name="connsiteY28-2224" fmla="*/ 2557780 h 4165294"/>
              <a:gd name="connsiteX29-2225" fmla="*/ 965742 w 5818497"/>
              <a:gd name="connsiteY29-2226" fmla="*/ 2574110 h 4165294"/>
              <a:gd name="connsiteX30-2227" fmla="*/ 1002048 w 5818497"/>
              <a:gd name="connsiteY30-2228" fmla="*/ 2583445 h 4165294"/>
              <a:gd name="connsiteX31-2229" fmla="*/ 1055249 w 5818497"/>
              <a:gd name="connsiteY31-2230" fmla="*/ 2584470 h 4165294"/>
              <a:gd name="connsiteX32-2231" fmla="*/ 1553720 w 5818497"/>
              <a:gd name="connsiteY32-2232" fmla="*/ 2598615 h 4165294"/>
              <a:gd name="connsiteX33-2233" fmla="*/ 1716458 w 5818497"/>
              <a:gd name="connsiteY33-2234" fmla="*/ 2362710 h 4165294"/>
              <a:gd name="connsiteX34-2235" fmla="*/ 1719802 w 5818497"/>
              <a:gd name="connsiteY34-2236" fmla="*/ 2207107 h 4165294"/>
              <a:gd name="connsiteX35-2237" fmla="*/ 1715900 w 5818497"/>
              <a:gd name="connsiteY35-2238" fmla="*/ 2072087 h 4165294"/>
              <a:gd name="connsiteX36-2239" fmla="*/ 1583145 w 5818497"/>
              <a:gd name="connsiteY36-2240" fmla="*/ 1774992 h 4165294"/>
              <a:gd name="connsiteX37-2241" fmla="*/ 1291962 w 5818497"/>
              <a:gd name="connsiteY37-2242" fmla="*/ 1721384 h 4165294"/>
              <a:gd name="connsiteX38-2243" fmla="*/ 1284260 w 5818497"/>
              <a:gd name="connsiteY38-2244" fmla="*/ 1721034 h 4165294"/>
              <a:gd name="connsiteX39-2245" fmla="*/ 1230947 w 5818497"/>
              <a:gd name="connsiteY39-2246" fmla="*/ 1734742 h 4165294"/>
              <a:gd name="connsiteX40-2247" fmla="*/ 1068962 w 5818497"/>
              <a:gd name="connsiteY40-2248" fmla="*/ 1751071 h 4165294"/>
              <a:gd name="connsiteX41-2249" fmla="*/ 265205 w 5818497"/>
              <a:gd name="connsiteY41-2250" fmla="*/ 947314 h 4165294"/>
              <a:gd name="connsiteX42-2251" fmla="*/ 1068962 w 5818497"/>
              <a:gd name="connsiteY42-2252" fmla="*/ 143557 h 4165294"/>
              <a:gd name="connsiteX43-2253" fmla="*/ 1872719 w 5818497"/>
              <a:gd name="connsiteY43-2254" fmla="*/ 947314 h 4165294"/>
              <a:gd name="connsiteX44-2255" fmla="*/ 1879506 w 5818497"/>
              <a:gd name="connsiteY44-2256" fmla="*/ 1023448 h 4165294"/>
              <a:gd name="connsiteX45-2257" fmla="*/ 1975329 w 5818497"/>
              <a:gd name="connsiteY45-2258" fmla="*/ 1145479 h 4165294"/>
              <a:gd name="connsiteX46-2259" fmla="*/ 2379629 w 5818497"/>
              <a:gd name="connsiteY46-2260" fmla="*/ 1086880 h 4165294"/>
              <a:gd name="connsiteX47-2261" fmla="*/ 2484151 w 5818497"/>
              <a:gd name="connsiteY47-2262" fmla="*/ 1053974 h 4165294"/>
              <a:gd name="connsiteX48-2263" fmla="*/ 2971284 w 5818497"/>
              <a:gd name="connsiteY48-2264" fmla="*/ 955626 h 4165294"/>
              <a:gd name="connsiteX49-2265" fmla="*/ 3343437 w 5818497"/>
              <a:gd name="connsiteY49-2266" fmla="*/ 1011890 h 4165294"/>
              <a:gd name="connsiteX50-2267" fmla="*/ 3463768 w 5818497"/>
              <a:gd name="connsiteY50-2268" fmla="*/ 1043649 h 4165294"/>
              <a:gd name="connsiteX51-2269" fmla="*/ 3801864 w 5818497"/>
              <a:gd name="connsiteY51-2270" fmla="*/ 1089506 h 4165294"/>
              <a:gd name="connsiteX52-2271" fmla="*/ 3876290 w 5818497"/>
              <a:gd name="connsiteY52-2272" fmla="*/ 903837 h 4165294"/>
              <a:gd name="connsiteX53-2273" fmla="*/ 3876558 w 5818497"/>
              <a:gd name="connsiteY53-2274" fmla="*/ 891035 h 4165294"/>
              <a:gd name="connsiteX54-2275" fmla="*/ 3867759 w 5818497"/>
              <a:gd name="connsiteY54-2276" fmla="*/ 803757 h 4165294"/>
              <a:gd name="connsiteX55-2277" fmla="*/ 4671516 w 5818497"/>
              <a:gd name="connsiteY55-2278" fmla="*/ 0 h 4165294"/>
              <a:gd name="connsiteX0-2279" fmla="*/ 4671516 w 5818497"/>
              <a:gd name="connsiteY0-2280" fmla="*/ 0 h 4165294"/>
              <a:gd name="connsiteX1-2281" fmla="*/ 5475273 w 5818497"/>
              <a:gd name="connsiteY1-2282" fmla="*/ 803757 h 4165294"/>
              <a:gd name="connsiteX2-2283" fmla="*/ 4671516 w 5818497"/>
              <a:gd name="connsiteY2-2284" fmla="*/ 1607514 h 4165294"/>
              <a:gd name="connsiteX3-2285" fmla="*/ 4589316 w 5818497"/>
              <a:gd name="connsiteY3-2286" fmla="*/ 1613562 h 4165294"/>
              <a:gd name="connsiteX4-2287" fmla="*/ 4248904 w 5818497"/>
              <a:gd name="connsiteY4-2288" fmla="*/ 1681327 h 4165294"/>
              <a:gd name="connsiteX5-2289" fmla="*/ 4192698 w 5818497"/>
              <a:gd name="connsiteY5-2290" fmla="*/ 1863939 h 4165294"/>
              <a:gd name="connsiteX6-2291" fmla="*/ 4193822 w 5818497"/>
              <a:gd name="connsiteY6-2292" fmla="*/ 1941207 h 4165294"/>
              <a:gd name="connsiteX7-2293" fmla="*/ 4222766 w 5818497"/>
              <a:gd name="connsiteY7-2294" fmla="*/ 2207107 h 4165294"/>
              <a:gd name="connsiteX8-2295" fmla="*/ 4234902 w 5818497"/>
              <a:gd name="connsiteY8-2296" fmla="*/ 2424239 h 4165294"/>
              <a:gd name="connsiteX9-2297" fmla="*/ 4336434 w 5818497"/>
              <a:gd name="connsiteY9-2298" fmla="*/ 2632908 h 4165294"/>
              <a:gd name="connsiteX10-2299" fmla="*/ 4703828 w 5818497"/>
              <a:gd name="connsiteY10-2300" fmla="*/ 2617354 h 4165294"/>
              <a:gd name="connsiteX11-2301" fmla="*/ 4775727 w 5818497"/>
              <a:gd name="connsiteY11-2302" fmla="*/ 2593915 h 4165294"/>
              <a:gd name="connsiteX12-2303" fmla="*/ 5014740 w 5818497"/>
              <a:gd name="connsiteY12-2304" fmla="*/ 2557780 h 4165294"/>
              <a:gd name="connsiteX13-2305" fmla="*/ 5818497 w 5818497"/>
              <a:gd name="connsiteY13-2306" fmla="*/ 3361537 h 4165294"/>
              <a:gd name="connsiteX14-2307" fmla="*/ 5014740 w 5818497"/>
              <a:gd name="connsiteY14-2308" fmla="*/ 4165294 h 4165294"/>
              <a:gd name="connsiteX15-2309" fmla="*/ 4274146 w 5818497"/>
              <a:gd name="connsiteY15-2310" fmla="*/ 3674396 h 4165294"/>
              <a:gd name="connsiteX16-2311" fmla="*/ 4226990 w 5818497"/>
              <a:gd name="connsiteY16-2312" fmla="*/ 3554733 h 4165294"/>
              <a:gd name="connsiteX17-2313" fmla="*/ 3995376 w 5818497"/>
              <a:gd name="connsiteY17-2314" fmla="*/ 3275751 h 4165294"/>
              <a:gd name="connsiteX18-2315" fmla="*/ 3539283 w 5818497"/>
              <a:gd name="connsiteY18-2316" fmla="*/ 3328741 h 4165294"/>
              <a:gd name="connsiteX19-2317" fmla="*/ 3458417 w 5818497"/>
              <a:gd name="connsiteY19-2318" fmla="*/ 3360241 h 4165294"/>
              <a:gd name="connsiteX20-2319" fmla="*/ 2971284 w 5818497"/>
              <a:gd name="connsiteY20-2320" fmla="*/ 3458588 h 4165294"/>
              <a:gd name="connsiteX21-2321" fmla="*/ 2374754 w 5818497"/>
              <a:gd name="connsiteY21-2322" fmla="*/ 3307541 h 4165294"/>
              <a:gd name="connsiteX22-2323" fmla="*/ 2193178 w 5818497"/>
              <a:gd name="connsiteY22-2324" fmla="*/ 3269386 h 4165294"/>
              <a:gd name="connsiteX23-2325" fmla="*/ 1840169 w 5818497"/>
              <a:gd name="connsiteY23-2326" fmla="*/ 3296069 h 4165294"/>
              <a:gd name="connsiteX24-2327" fmla="*/ 1576013 w 5818497"/>
              <a:gd name="connsiteY24-2328" fmla="*/ 3614421 h 4165294"/>
              <a:gd name="connsiteX25-2329" fmla="*/ 1544351 w 5818497"/>
              <a:gd name="connsiteY25-2330" fmla="*/ 3674396 h 4165294"/>
              <a:gd name="connsiteX26-2331" fmla="*/ 803757 w 5818497"/>
              <a:gd name="connsiteY26-2332" fmla="*/ 4165294 h 4165294"/>
              <a:gd name="connsiteX27-2333" fmla="*/ 0 w 5818497"/>
              <a:gd name="connsiteY27-2334" fmla="*/ 3361537 h 4165294"/>
              <a:gd name="connsiteX28-2335" fmla="*/ 803757 w 5818497"/>
              <a:gd name="connsiteY28-2336" fmla="*/ 2557780 h 4165294"/>
              <a:gd name="connsiteX29-2337" fmla="*/ 965742 w 5818497"/>
              <a:gd name="connsiteY29-2338" fmla="*/ 2574110 h 4165294"/>
              <a:gd name="connsiteX30-2339" fmla="*/ 1002048 w 5818497"/>
              <a:gd name="connsiteY30-2340" fmla="*/ 2583445 h 4165294"/>
              <a:gd name="connsiteX31-2341" fmla="*/ 1055249 w 5818497"/>
              <a:gd name="connsiteY31-2342" fmla="*/ 2584470 h 4165294"/>
              <a:gd name="connsiteX32-2343" fmla="*/ 1553720 w 5818497"/>
              <a:gd name="connsiteY32-2344" fmla="*/ 2598615 h 4165294"/>
              <a:gd name="connsiteX33-2345" fmla="*/ 1716458 w 5818497"/>
              <a:gd name="connsiteY33-2346" fmla="*/ 2362710 h 4165294"/>
              <a:gd name="connsiteX34-2347" fmla="*/ 1719802 w 5818497"/>
              <a:gd name="connsiteY34-2348" fmla="*/ 2207107 h 4165294"/>
              <a:gd name="connsiteX35-2349" fmla="*/ 1715900 w 5818497"/>
              <a:gd name="connsiteY35-2350" fmla="*/ 2072087 h 4165294"/>
              <a:gd name="connsiteX36-2351" fmla="*/ 1583145 w 5818497"/>
              <a:gd name="connsiteY36-2352" fmla="*/ 1774992 h 4165294"/>
              <a:gd name="connsiteX37-2353" fmla="*/ 1291962 w 5818497"/>
              <a:gd name="connsiteY37-2354" fmla="*/ 1721384 h 4165294"/>
              <a:gd name="connsiteX38-2355" fmla="*/ 1284260 w 5818497"/>
              <a:gd name="connsiteY38-2356" fmla="*/ 1721034 h 4165294"/>
              <a:gd name="connsiteX39-2357" fmla="*/ 1230947 w 5818497"/>
              <a:gd name="connsiteY39-2358" fmla="*/ 1734742 h 4165294"/>
              <a:gd name="connsiteX40-2359" fmla="*/ 1068962 w 5818497"/>
              <a:gd name="connsiteY40-2360" fmla="*/ 1751071 h 4165294"/>
              <a:gd name="connsiteX41-2361" fmla="*/ 265205 w 5818497"/>
              <a:gd name="connsiteY41-2362" fmla="*/ 947314 h 4165294"/>
              <a:gd name="connsiteX42-2363" fmla="*/ 1068962 w 5818497"/>
              <a:gd name="connsiteY42-2364" fmla="*/ 143557 h 4165294"/>
              <a:gd name="connsiteX43-2365" fmla="*/ 1872719 w 5818497"/>
              <a:gd name="connsiteY43-2366" fmla="*/ 947314 h 4165294"/>
              <a:gd name="connsiteX44-2367" fmla="*/ 1879506 w 5818497"/>
              <a:gd name="connsiteY44-2368" fmla="*/ 1023448 h 4165294"/>
              <a:gd name="connsiteX45-2369" fmla="*/ 1975329 w 5818497"/>
              <a:gd name="connsiteY45-2370" fmla="*/ 1145479 h 4165294"/>
              <a:gd name="connsiteX46-2371" fmla="*/ 2379629 w 5818497"/>
              <a:gd name="connsiteY46-2372" fmla="*/ 1086880 h 4165294"/>
              <a:gd name="connsiteX47-2373" fmla="*/ 2484151 w 5818497"/>
              <a:gd name="connsiteY47-2374" fmla="*/ 1053974 h 4165294"/>
              <a:gd name="connsiteX48-2375" fmla="*/ 2971284 w 5818497"/>
              <a:gd name="connsiteY48-2376" fmla="*/ 955626 h 4165294"/>
              <a:gd name="connsiteX49-2377" fmla="*/ 3343437 w 5818497"/>
              <a:gd name="connsiteY49-2378" fmla="*/ 1011890 h 4165294"/>
              <a:gd name="connsiteX50-2379" fmla="*/ 3463768 w 5818497"/>
              <a:gd name="connsiteY50-2380" fmla="*/ 1043649 h 4165294"/>
              <a:gd name="connsiteX51-2381" fmla="*/ 3801864 w 5818497"/>
              <a:gd name="connsiteY51-2382" fmla="*/ 1089506 h 4165294"/>
              <a:gd name="connsiteX52-2383" fmla="*/ 3876290 w 5818497"/>
              <a:gd name="connsiteY52-2384" fmla="*/ 903837 h 4165294"/>
              <a:gd name="connsiteX53-2385" fmla="*/ 3876558 w 5818497"/>
              <a:gd name="connsiteY53-2386" fmla="*/ 891035 h 4165294"/>
              <a:gd name="connsiteX54-2387" fmla="*/ 3867759 w 5818497"/>
              <a:gd name="connsiteY54-2388" fmla="*/ 803757 h 4165294"/>
              <a:gd name="connsiteX55-2389" fmla="*/ 4671516 w 5818497"/>
              <a:gd name="connsiteY55-2390" fmla="*/ 0 h 4165294"/>
              <a:gd name="connsiteX0-2391" fmla="*/ 4671516 w 5818497"/>
              <a:gd name="connsiteY0-2392" fmla="*/ 0 h 4165294"/>
              <a:gd name="connsiteX1-2393" fmla="*/ 5475273 w 5818497"/>
              <a:gd name="connsiteY1-2394" fmla="*/ 803757 h 4165294"/>
              <a:gd name="connsiteX2-2395" fmla="*/ 4671516 w 5818497"/>
              <a:gd name="connsiteY2-2396" fmla="*/ 1607514 h 4165294"/>
              <a:gd name="connsiteX3-2397" fmla="*/ 4589316 w 5818497"/>
              <a:gd name="connsiteY3-2398" fmla="*/ 1613562 h 4165294"/>
              <a:gd name="connsiteX4-2399" fmla="*/ 4248904 w 5818497"/>
              <a:gd name="connsiteY4-2400" fmla="*/ 1681327 h 4165294"/>
              <a:gd name="connsiteX5-2401" fmla="*/ 4192698 w 5818497"/>
              <a:gd name="connsiteY5-2402" fmla="*/ 1863939 h 4165294"/>
              <a:gd name="connsiteX6-2403" fmla="*/ 4193822 w 5818497"/>
              <a:gd name="connsiteY6-2404" fmla="*/ 1941207 h 4165294"/>
              <a:gd name="connsiteX7-2405" fmla="*/ 4222766 w 5818497"/>
              <a:gd name="connsiteY7-2406" fmla="*/ 2207107 h 4165294"/>
              <a:gd name="connsiteX8-2407" fmla="*/ 4234902 w 5818497"/>
              <a:gd name="connsiteY8-2408" fmla="*/ 2424239 h 4165294"/>
              <a:gd name="connsiteX9-2409" fmla="*/ 4336434 w 5818497"/>
              <a:gd name="connsiteY9-2410" fmla="*/ 2632908 h 4165294"/>
              <a:gd name="connsiteX10-2411" fmla="*/ 4703828 w 5818497"/>
              <a:gd name="connsiteY10-2412" fmla="*/ 2617354 h 4165294"/>
              <a:gd name="connsiteX11-2413" fmla="*/ 4775727 w 5818497"/>
              <a:gd name="connsiteY11-2414" fmla="*/ 2593915 h 4165294"/>
              <a:gd name="connsiteX12-2415" fmla="*/ 5014740 w 5818497"/>
              <a:gd name="connsiteY12-2416" fmla="*/ 2557780 h 4165294"/>
              <a:gd name="connsiteX13-2417" fmla="*/ 5818497 w 5818497"/>
              <a:gd name="connsiteY13-2418" fmla="*/ 3361537 h 4165294"/>
              <a:gd name="connsiteX14-2419" fmla="*/ 5014740 w 5818497"/>
              <a:gd name="connsiteY14-2420" fmla="*/ 4165294 h 4165294"/>
              <a:gd name="connsiteX15-2421" fmla="*/ 4274146 w 5818497"/>
              <a:gd name="connsiteY15-2422" fmla="*/ 3674396 h 4165294"/>
              <a:gd name="connsiteX16-2423" fmla="*/ 4226990 w 5818497"/>
              <a:gd name="connsiteY16-2424" fmla="*/ 3554733 h 4165294"/>
              <a:gd name="connsiteX17-2425" fmla="*/ 3995376 w 5818497"/>
              <a:gd name="connsiteY17-2426" fmla="*/ 3275751 h 4165294"/>
              <a:gd name="connsiteX18-2427" fmla="*/ 3539283 w 5818497"/>
              <a:gd name="connsiteY18-2428" fmla="*/ 3328741 h 4165294"/>
              <a:gd name="connsiteX19-2429" fmla="*/ 3458417 w 5818497"/>
              <a:gd name="connsiteY19-2430" fmla="*/ 3360241 h 4165294"/>
              <a:gd name="connsiteX20-2431" fmla="*/ 2971284 w 5818497"/>
              <a:gd name="connsiteY20-2432" fmla="*/ 3458588 h 4165294"/>
              <a:gd name="connsiteX21-2433" fmla="*/ 2374754 w 5818497"/>
              <a:gd name="connsiteY21-2434" fmla="*/ 3307541 h 4165294"/>
              <a:gd name="connsiteX22-2435" fmla="*/ 2193178 w 5818497"/>
              <a:gd name="connsiteY22-2436" fmla="*/ 3269386 h 4165294"/>
              <a:gd name="connsiteX23-2437" fmla="*/ 1840169 w 5818497"/>
              <a:gd name="connsiteY23-2438" fmla="*/ 3296069 h 4165294"/>
              <a:gd name="connsiteX24-2439" fmla="*/ 1576013 w 5818497"/>
              <a:gd name="connsiteY24-2440" fmla="*/ 3614421 h 4165294"/>
              <a:gd name="connsiteX25-2441" fmla="*/ 1544351 w 5818497"/>
              <a:gd name="connsiteY25-2442" fmla="*/ 3674396 h 4165294"/>
              <a:gd name="connsiteX26-2443" fmla="*/ 803757 w 5818497"/>
              <a:gd name="connsiteY26-2444" fmla="*/ 4165294 h 4165294"/>
              <a:gd name="connsiteX27-2445" fmla="*/ 0 w 5818497"/>
              <a:gd name="connsiteY27-2446" fmla="*/ 3361537 h 4165294"/>
              <a:gd name="connsiteX28-2447" fmla="*/ 803757 w 5818497"/>
              <a:gd name="connsiteY28-2448" fmla="*/ 2557780 h 4165294"/>
              <a:gd name="connsiteX29-2449" fmla="*/ 965742 w 5818497"/>
              <a:gd name="connsiteY29-2450" fmla="*/ 2574110 h 4165294"/>
              <a:gd name="connsiteX30-2451" fmla="*/ 1002048 w 5818497"/>
              <a:gd name="connsiteY30-2452" fmla="*/ 2583445 h 4165294"/>
              <a:gd name="connsiteX31-2453" fmla="*/ 1055249 w 5818497"/>
              <a:gd name="connsiteY31-2454" fmla="*/ 2584470 h 4165294"/>
              <a:gd name="connsiteX32-2455" fmla="*/ 1553720 w 5818497"/>
              <a:gd name="connsiteY32-2456" fmla="*/ 2598615 h 4165294"/>
              <a:gd name="connsiteX33-2457" fmla="*/ 1716458 w 5818497"/>
              <a:gd name="connsiteY33-2458" fmla="*/ 2362710 h 4165294"/>
              <a:gd name="connsiteX34-2459" fmla="*/ 1719802 w 5818497"/>
              <a:gd name="connsiteY34-2460" fmla="*/ 2207107 h 4165294"/>
              <a:gd name="connsiteX35-2461" fmla="*/ 1715900 w 5818497"/>
              <a:gd name="connsiteY35-2462" fmla="*/ 2072087 h 4165294"/>
              <a:gd name="connsiteX36-2463" fmla="*/ 1583145 w 5818497"/>
              <a:gd name="connsiteY36-2464" fmla="*/ 1774992 h 4165294"/>
              <a:gd name="connsiteX37-2465" fmla="*/ 1291962 w 5818497"/>
              <a:gd name="connsiteY37-2466" fmla="*/ 1721384 h 4165294"/>
              <a:gd name="connsiteX38-2467" fmla="*/ 1230947 w 5818497"/>
              <a:gd name="connsiteY38-2468" fmla="*/ 1734742 h 4165294"/>
              <a:gd name="connsiteX39-2469" fmla="*/ 1068962 w 5818497"/>
              <a:gd name="connsiteY39-2470" fmla="*/ 1751071 h 4165294"/>
              <a:gd name="connsiteX40-2471" fmla="*/ 265205 w 5818497"/>
              <a:gd name="connsiteY40-2472" fmla="*/ 947314 h 4165294"/>
              <a:gd name="connsiteX41-2473" fmla="*/ 1068962 w 5818497"/>
              <a:gd name="connsiteY41-2474" fmla="*/ 143557 h 4165294"/>
              <a:gd name="connsiteX42-2475" fmla="*/ 1872719 w 5818497"/>
              <a:gd name="connsiteY42-2476" fmla="*/ 947314 h 4165294"/>
              <a:gd name="connsiteX43-2477" fmla="*/ 1879506 w 5818497"/>
              <a:gd name="connsiteY43-2478" fmla="*/ 1023448 h 4165294"/>
              <a:gd name="connsiteX44-2479" fmla="*/ 1975329 w 5818497"/>
              <a:gd name="connsiteY44-2480" fmla="*/ 1145479 h 4165294"/>
              <a:gd name="connsiteX45-2481" fmla="*/ 2379629 w 5818497"/>
              <a:gd name="connsiteY45-2482" fmla="*/ 1086880 h 4165294"/>
              <a:gd name="connsiteX46-2483" fmla="*/ 2484151 w 5818497"/>
              <a:gd name="connsiteY46-2484" fmla="*/ 1053974 h 4165294"/>
              <a:gd name="connsiteX47-2485" fmla="*/ 2971284 w 5818497"/>
              <a:gd name="connsiteY47-2486" fmla="*/ 955626 h 4165294"/>
              <a:gd name="connsiteX48-2487" fmla="*/ 3343437 w 5818497"/>
              <a:gd name="connsiteY48-2488" fmla="*/ 1011890 h 4165294"/>
              <a:gd name="connsiteX49-2489" fmla="*/ 3463768 w 5818497"/>
              <a:gd name="connsiteY49-2490" fmla="*/ 1043649 h 4165294"/>
              <a:gd name="connsiteX50-2491" fmla="*/ 3801864 w 5818497"/>
              <a:gd name="connsiteY50-2492" fmla="*/ 1089506 h 4165294"/>
              <a:gd name="connsiteX51-2493" fmla="*/ 3876290 w 5818497"/>
              <a:gd name="connsiteY51-2494" fmla="*/ 903837 h 4165294"/>
              <a:gd name="connsiteX52-2495" fmla="*/ 3876558 w 5818497"/>
              <a:gd name="connsiteY52-2496" fmla="*/ 891035 h 4165294"/>
              <a:gd name="connsiteX53-2497" fmla="*/ 3867759 w 5818497"/>
              <a:gd name="connsiteY53-2498" fmla="*/ 803757 h 4165294"/>
              <a:gd name="connsiteX54-2499" fmla="*/ 4671516 w 5818497"/>
              <a:gd name="connsiteY54-2500" fmla="*/ 0 h 4165294"/>
              <a:gd name="connsiteX0-2501" fmla="*/ 4671516 w 5818497"/>
              <a:gd name="connsiteY0-2502" fmla="*/ 0 h 4165294"/>
              <a:gd name="connsiteX1-2503" fmla="*/ 5475273 w 5818497"/>
              <a:gd name="connsiteY1-2504" fmla="*/ 803757 h 4165294"/>
              <a:gd name="connsiteX2-2505" fmla="*/ 4671516 w 5818497"/>
              <a:gd name="connsiteY2-2506" fmla="*/ 1607514 h 4165294"/>
              <a:gd name="connsiteX3-2507" fmla="*/ 4589316 w 5818497"/>
              <a:gd name="connsiteY3-2508" fmla="*/ 1613562 h 4165294"/>
              <a:gd name="connsiteX4-2509" fmla="*/ 4248904 w 5818497"/>
              <a:gd name="connsiteY4-2510" fmla="*/ 1681327 h 4165294"/>
              <a:gd name="connsiteX5-2511" fmla="*/ 4192698 w 5818497"/>
              <a:gd name="connsiteY5-2512" fmla="*/ 1863939 h 4165294"/>
              <a:gd name="connsiteX6-2513" fmla="*/ 4193822 w 5818497"/>
              <a:gd name="connsiteY6-2514" fmla="*/ 1941207 h 4165294"/>
              <a:gd name="connsiteX7-2515" fmla="*/ 4222766 w 5818497"/>
              <a:gd name="connsiteY7-2516" fmla="*/ 2207107 h 4165294"/>
              <a:gd name="connsiteX8-2517" fmla="*/ 4234902 w 5818497"/>
              <a:gd name="connsiteY8-2518" fmla="*/ 2424239 h 4165294"/>
              <a:gd name="connsiteX9-2519" fmla="*/ 4336434 w 5818497"/>
              <a:gd name="connsiteY9-2520" fmla="*/ 2632908 h 4165294"/>
              <a:gd name="connsiteX10-2521" fmla="*/ 4703828 w 5818497"/>
              <a:gd name="connsiteY10-2522" fmla="*/ 2617354 h 4165294"/>
              <a:gd name="connsiteX11-2523" fmla="*/ 4775727 w 5818497"/>
              <a:gd name="connsiteY11-2524" fmla="*/ 2593915 h 4165294"/>
              <a:gd name="connsiteX12-2525" fmla="*/ 5014740 w 5818497"/>
              <a:gd name="connsiteY12-2526" fmla="*/ 2557780 h 4165294"/>
              <a:gd name="connsiteX13-2527" fmla="*/ 5818497 w 5818497"/>
              <a:gd name="connsiteY13-2528" fmla="*/ 3361537 h 4165294"/>
              <a:gd name="connsiteX14-2529" fmla="*/ 5014740 w 5818497"/>
              <a:gd name="connsiteY14-2530" fmla="*/ 4165294 h 4165294"/>
              <a:gd name="connsiteX15-2531" fmla="*/ 4274146 w 5818497"/>
              <a:gd name="connsiteY15-2532" fmla="*/ 3674396 h 4165294"/>
              <a:gd name="connsiteX16-2533" fmla="*/ 4226990 w 5818497"/>
              <a:gd name="connsiteY16-2534" fmla="*/ 3554733 h 4165294"/>
              <a:gd name="connsiteX17-2535" fmla="*/ 3995376 w 5818497"/>
              <a:gd name="connsiteY17-2536" fmla="*/ 3275751 h 4165294"/>
              <a:gd name="connsiteX18-2537" fmla="*/ 3539283 w 5818497"/>
              <a:gd name="connsiteY18-2538" fmla="*/ 3328741 h 4165294"/>
              <a:gd name="connsiteX19-2539" fmla="*/ 3458417 w 5818497"/>
              <a:gd name="connsiteY19-2540" fmla="*/ 3360241 h 4165294"/>
              <a:gd name="connsiteX20-2541" fmla="*/ 2971284 w 5818497"/>
              <a:gd name="connsiteY20-2542" fmla="*/ 3458588 h 4165294"/>
              <a:gd name="connsiteX21-2543" fmla="*/ 2374754 w 5818497"/>
              <a:gd name="connsiteY21-2544" fmla="*/ 3307541 h 4165294"/>
              <a:gd name="connsiteX22-2545" fmla="*/ 2193178 w 5818497"/>
              <a:gd name="connsiteY22-2546" fmla="*/ 3269386 h 4165294"/>
              <a:gd name="connsiteX23-2547" fmla="*/ 1840169 w 5818497"/>
              <a:gd name="connsiteY23-2548" fmla="*/ 3296069 h 4165294"/>
              <a:gd name="connsiteX24-2549" fmla="*/ 1576013 w 5818497"/>
              <a:gd name="connsiteY24-2550" fmla="*/ 3614421 h 4165294"/>
              <a:gd name="connsiteX25-2551" fmla="*/ 1544351 w 5818497"/>
              <a:gd name="connsiteY25-2552" fmla="*/ 3674396 h 4165294"/>
              <a:gd name="connsiteX26-2553" fmla="*/ 803757 w 5818497"/>
              <a:gd name="connsiteY26-2554" fmla="*/ 4165294 h 4165294"/>
              <a:gd name="connsiteX27-2555" fmla="*/ 0 w 5818497"/>
              <a:gd name="connsiteY27-2556" fmla="*/ 3361537 h 4165294"/>
              <a:gd name="connsiteX28-2557" fmla="*/ 803757 w 5818497"/>
              <a:gd name="connsiteY28-2558" fmla="*/ 2557780 h 4165294"/>
              <a:gd name="connsiteX29-2559" fmla="*/ 965742 w 5818497"/>
              <a:gd name="connsiteY29-2560" fmla="*/ 2574110 h 4165294"/>
              <a:gd name="connsiteX30-2561" fmla="*/ 1002048 w 5818497"/>
              <a:gd name="connsiteY30-2562" fmla="*/ 2583445 h 4165294"/>
              <a:gd name="connsiteX31-2563" fmla="*/ 1055249 w 5818497"/>
              <a:gd name="connsiteY31-2564" fmla="*/ 2584470 h 4165294"/>
              <a:gd name="connsiteX32-2565" fmla="*/ 1553720 w 5818497"/>
              <a:gd name="connsiteY32-2566" fmla="*/ 2598615 h 4165294"/>
              <a:gd name="connsiteX33-2567" fmla="*/ 1716458 w 5818497"/>
              <a:gd name="connsiteY33-2568" fmla="*/ 2362710 h 4165294"/>
              <a:gd name="connsiteX34-2569" fmla="*/ 1719802 w 5818497"/>
              <a:gd name="connsiteY34-2570" fmla="*/ 2207107 h 4165294"/>
              <a:gd name="connsiteX35-2571" fmla="*/ 1715900 w 5818497"/>
              <a:gd name="connsiteY35-2572" fmla="*/ 2072087 h 4165294"/>
              <a:gd name="connsiteX36-2573" fmla="*/ 1583145 w 5818497"/>
              <a:gd name="connsiteY36-2574" fmla="*/ 1774992 h 4165294"/>
              <a:gd name="connsiteX37-2575" fmla="*/ 1291962 w 5818497"/>
              <a:gd name="connsiteY37-2576" fmla="*/ 1721384 h 4165294"/>
              <a:gd name="connsiteX38-2577" fmla="*/ 1230947 w 5818497"/>
              <a:gd name="connsiteY38-2578" fmla="*/ 1734742 h 4165294"/>
              <a:gd name="connsiteX39-2579" fmla="*/ 1068962 w 5818497"/>
              <a:gd name="connsiteY39-2580" fmla="*/ 1751071 h 4165294"/>
              <a:gd name="connsiteX40-2581" fmla="*/ 265205 w 5818497"/>
              <a:gd name="connsiteY40-2582" fmla="*/ 947314 h 4165294"/>
              <a:gd name="connsiteX41-2583" fmla="*/ 1068962 w 5818497"/>
              <a:gd name="connsiteY41-2584" fmla="*/ 143557 h 4165294"/>
              <a:gd name="connsiteX42-2585" fmla="*/ 1872719 w 5818497"/>
              <a:gd name="connsiteY42-2586" fmla="*/ 947314 h 4165294"/>
              <a:gd name="connsiteX43-2587" fmla="*/ 1879506 w 5818497"/>
              <a:gd name="connsiteY43-2588" fmla="*/ 1023448 h 4165294"/>
              <a:gd name="connsiteX44-2589" fmla="*/ 1975329 w 5818497"/>
              <a:gd name="connsiteY44-2590" fmla="*/ 1145479 h 4165294"/>
              <a:gd name="connsiteX45-2591" fmla="*/ 2379629 w 5818497"/>
              <a:gd name="connsiteY45-2592" fmla="*/ 1086880 h 4165294"/>
              <a:gd name="connsiteX46-2593" fmla="*/ 2484151 w 5818497"/>
              <a:gd name="connsiteY46-2594" fmla="*/ 1053974 h 4165294"/>
              <a:gd name="connsiteX47-2595" fmla="*/ 2971284 w 5818497"/>
              <a:gd name="connsiteY47-2596" fmla="*/ 955626 h 4165294"/>
              <a:gd name="connsiteX48-2597" fmla="*/ 3343437 w 5818497"/>
              <a:gd name="connsiteY48-2598" fmla="*/ 1011890 h 4165294"/>
              <a:gd name="connsiteX49-2599" fmla="*/ 3463768 w 5818497"/>
              <a:gd name="connsiteY49-2600" fmla="*/ 1043649 h 4165294"/>
              <a:gd name="connsiteX50-2601" fmla="*/ 3801864 w 5818497"/>
              <a:gd name="connsiteY50-2602" fmla="*/ 1089506 h 4165294"/>
              <a:gd name="connsiteX51-2603" fmla="*/ 3876290 w 5818497"/>
              <a:gd name="connsiteY51-2604" fmla="*/ 903837 h 4165294"/>
              <a:gd name="connsiteX52-2605" fmla="*/ 3876558 w 5818497"/>
              <a:gd name="connsiteY52-2606" fmla="*/ 891035 h 4165294"/>
              <a:gd name="connsiteX53-2607" fmla="*/ 3867759 w 5818497"/>
              <a:gd name="connsiteY53-2608" fmla="*/ 803757 h 4165294"/>
              <a:gd name="connsiteX54-2609" fmla="*/ 4671516 w 5818497"/>
              <a:gd name="connsiteY54-2610" fmla="*/ 0 h 4165294"/>
              <a:gd name="connsiteX0-2611" fmla="*/ 4671516 w 5818497"/>
              <a:gd name="connsiteY0-2612" fmla="*/ 0 h 4165294"/>
              <a:gd name="connsiteX1-2613" fmla="*/ 5475273 w 5818497"/>
              <a:gd name="connsiteY1-2614" fmla="*/ 803757 h 4165294"/>
              <a:gd name="connsiteX2-2615" fmla="*/ 4671516 w 5818497"/>
              <a:gd name="connsiteY2-2616" fmla="*/ 1607514 h 4165294"/>
              <a:gd name="connsiteX3-2617" fmla="*/ 4589316 w 5818497"/>
              <a:gd name="connsiteY3-2618" fmla="*/ 1613562 h 4165294"/>
              <a:gd name="connsiteX4-2619" fmla="*/ 4248904 w 5818497"/>
              <a:gd name="connsiteY4-2620" fmla="*/ 1681327 h 4165294"/>
              <a:gd name="connsiteX5-2621" fmla="*/ 4192698 w 5818497"/>
              <a:gd name="connsiteY5-2622" fmla="*/ 1863939 h 4165294"/>
              <a:gd name="connsiteX6-2623" fmla="*/ 4193822 w 5818497"/>
              <a:gd name="connsiteY6-2624" fmla="*/ 1941207 h 4165294"/>
              <a:gd name="connsiteX7-2625" fmla="*/ 4222766 w 5818497"/>
              <a:gd name="connsiteY7-2626" fmla="*/ 2207107 h 4165294"/>
              <a:gd name="connsiteX8-2627" fmla="*/ 4234902 w 5818497"/>
              <a:gd name="connsiteY8-2628" fmla="*/ 2424239 h 4165294"/>
              <a:gd name="connsiteX9-2629" fmla="*/ 4336434 w 5818497"/>
              <a:gd name="connsiteY9-2630" fmla="*/ 2632908 h 4165294"/>
              <a:gd name="connsiteX10-2631" fmla="*/ 4703828 w 5818497"/>
              <a:gd name="connsiteY10-2632" fmla="*/ 2617354 h 4165294"/>
              <a:gd name="connsiteX11-2633" fmla="*/ 4775727 w 5818497"/>
              <a:gd name="connsiteY11-2634" fmla="*/ 2593915 h 4165294"/>
              <a:gd name="connsiteX12-2635" fmla="*/ 5014740 w 5818497"/>
              <a:gd name="connsiteY12-2636" fmla="*/ 2557780 h 4165294"/>
              <a:gd name="connsiteX13-2637" fmla="*/ 5818497 w 5818497"/>
              <a:gd name="connsiteY13-2638" fmla="*/ 3361537 h 4165294"/>
              <a:gd name="connsiteX14-2639" fmla="*/ 5014740 w 5818497"/>
              <a:gd name="connsiteY14-2640" fmla="*/ 4165294 h 4165294"/>
              <a:gd name="connsiteX15-2641" fmla="*/ 4274146 w 5818497"/>
              <a:gd name="connsiteY15-2642" fmla="*/ 3674396 h 4165294"/>
              <a:gd name="connsiteX16-2643" fmla="*/ 4226990 w 5818497"/>
              <a:gd name="connsiteY16-2644" fmla="*/ 3554733 h 4165294"/>
              <a:gd name="connsiteX17-2645" fmla="*/ 3995376 w 5818497"/>
              <a:gd name="connsiteY17-2646" fmla="*/ 3275751 h 4165294"/>
              <a:gd name="connsiteX18-2647" fmla="*/ 3539283 w 5818497"/>
              <a:gd name="connsiteY18-2648" fmla="*/ 3328741 h 4165294"/>
              <a:gd name="connsiteX19-2649" fmla="*/ 3458417 w 5818497"/>
              <a:gd name="connsiteY19-2650" fmla="*/ 3360241 h 4165294"/>
              <a:gd name="connsiteX20-2651" fmla="*/ 2971284 w 5818497"/>
              <a:gd name="connsiteY20-2652" fmla="*/ 3458588 h 4165294"/>
              <a:gd name="connsiteX21-2653" fmla="*/ 2374754 w 5818497"/>
              <a:gd name="connsiteY21-2654" fmla="*/ 3307541 h 4165294"/>
              <a:gd name="connsiteX22-2655" fmla="*/ 2193178 w 5818497"/>
              <a:gd name="connsiteY22-2656" fmla="*/ 3269386 h 4165294"/>
              <a:gd name="connsiteX23-2657" fmla="*/ 1840169 w 5818497"/>
              <a:gd name="connsiteY23-2658" fmla="*/ 3296069 h 4165294"/>
              <a:gd name="connsiteX24-2659" fmla="*/ 1576013 w 5818497"/>
              <a:gd name="connsiteY24-2660" fmla="*/ 3614421 h 4165294"/>
              <a:gd name="connsiteX25-2661" fmla="*/ 1544351 w 5818497"/>
              <a:gd name="connsiteY25-2662" fmla="*/ 3674396 h 4165294"/>
              <a:gd name="connsiteX26-2663" fmla="*/ 803757 w 5818497"/>
              <a:gd name="connsiteY26-2664" fmla="*/ 4165294 h 4165294"/>
              <a:gd name="connsiteX27-2665" fmla="*/ 0 w 5818497"/>
              <a:gd name="connsiteY27-2666" fmla="*/ 3361537 h 4165294"/>
              <a:gd name="connsiteX28-2667" fmla="*/ 803757 w 5818497"/>
              <a:gd name="connsiteY28-2668" fmla="*/ 2557780 h 4165294"/>
              <a:gd name="connsiteX29-2669" fmla="*/ 965742 w 5818497"/>
              <a:gd name="connsiteY29-2670" fmla="*/ 2574110 h 4165294"/>
              <a:gd name="connsiteX30-2671" fmla="*/ 1002048 w 5818497"/>
              <a:gd name="connsiteY30-2672" fmla="*/ 2583445 h 4165294"/>
              <a:gd name="connsiteX31-2673" fmla="*/ 1055249 w 5818497"/>
              <a:gd name="connsiteY31-2674" fmla="*/ 2584470 h 4165294"/>
              <a:gd name="connsiteX32-2675" fmla="*/ 1553720 w 5818497"/>
              <a:gd name="connsiteY32-2676" fmla="*/ 2598615 h 4165294"/>
              <a:gd name="connsiteX33-2677" fmla="*/ 1716458 w 5818497"/>
              <a:gd name="connsiteY33-2678" fmla="*/ 2362710 h 4165294"/>
              <a:gd name="connsiteX34-2679" fmla="*/ 1719802 w 5818497"/>
              <a:gd name="connsiteY34-2680" fmla="*/ 2207107 h 4165294"/>
              <a:gd name="connsiteX35-2681" fmla="*/ 1715900 w 5818497"/>
              <a:gd name="connsiteY35-2682" fmla="*/ 2072087 h 4165294"/>
              <a:gd name="connsiteX36-2683" fmla="*/ 1583145 w 5818497"/>
              <a:gd name="connsiteY36-2684" fmla="*/ 1774992 h 4165294"/>
              <a:gd name="connsiteX37-2685" fmla="*/ 1291962 w 5818497"/>
              <a:gd name="connsiteY37-2686" fmla="*/ 1721384 h 4165294"/>
              <a:gd name="connsiteX38-2687" fmla="*/ 1230947 w 5818497"/>
              <a:gd name="connsiteY38-2688" fmla="*/ 1734742 h 4165294"/>
              <a:gd name="connsiteX39-2689" fmla="*/ 1068962 w 5818497"/>
              <a:gd name="connsiteY39-2690" fmla="*/ 1751071 h 4165294"/>
              <a:gd name="connsiteX40-2691" fmla="*/ 265205 w 5818497"/>
              <a:gd name="connsiteY40-2692" fmla="*/ 947314 h 4165294"/>
              <a:gd name="connsiteX41-2693" fmla="*/ 1068962 w 5818497"/>
              <a:gd name="connsiteY41-2694" fmla="*/ 143557 h 4165294"/>
              <a:gd name="connsiteX42-2695" fmla="*/ 1872719 w 5818497"/>
              <a:gd name="connsiteY42-2696" fmla="*/ 947314 h 4165294"/>
              <a:gd name="connsiteX43-2697" fmla="*/ 1879506 w 5818497"/>
              <a:gd name="connsiteY43-2698" fmla="*/ 1023448 h 4165294"/>
              <a:gd name="connsiteX44-2699" fmla="*/ 1975329 w 5818497"/>
              <a:gd name="connsiteY44-2700" fmla="*/ 1145479 h 4165294"/>
              <a:gd name="connsiteX45-2701" fmla="*/ 2379629 w 5818497"/>
              <a:gd name="connsiteY45-2702" fmla="*/ 1086880 h 4165294"/>
              <a:gd name="connsiteX46-2703" fmla="*/ 2484151 w 5818497"/>
              <a:gd name="connsiteY46-2704" fmla="*/ 1053974 h 4165294"/>
              <a:gd name="connsiteX47-2705" fmla="*/ 2971284 w 5818497"/>
              <a:gd name="connsiteY47-2706" fmla="*/ 955626 h 4165294"/>
              <a:gd name="connsiteX48-2707" fmla="*/ 3343437 w 5818497"/>
              <a:gd name="connsiteY48-2708" fmla="*/ 1011890 h 4165294"/>
              <a:gd name="connsiteX49-2709" fmla="*/ 3463768 w 5818497"/>
              <a:gd name="connsiteY49-2710" fmla="*/ 1043649 h 4165294"/>
              <a:gd name="connsiteX50-2711" fmla="*/ 3801864 w 5818497"/>
              <a:gd name="connsiteY50-2712" fmla="*/ 1089506 h 4165294"/>
              <a:gd name="connsiteX51-2713" fmla="*/ 3876290 w 5818497"/>
              <a:gd name="connsiteY51-2714" fmla="*/ 903837 h 4165294"/>
              <a:gd name="connsiteX52-2715" fmla="*/ 3876558 w 5818497"/>
              <a:gd name="connsiteY52-2716" fmla="*/ 891035 h 4165294"/>
              <a:gd name="connsiteX53-2717" fmla="*/ 3867759 w 5818497"/>
              <a:gd name="connsiteY53-2718" fmla="*/ 803757 h 4165294"/>
              <a:gd name="connsiteX54-2719" fmla="*/ 4671516 w 5818497"/>
              <a:gd name="connsiteY54-2720" fmla="*/ 0 h 4165294"/>
              <a:gd name="connsiteX0-2721" fmla="*/ 4671516 w 5818497"/>
              <a:gd name="connsiteY0-2722" fmla="*/ 0 h 4165294"/>
              <a:gd name="connsiteX1-2723" fmla="*/ 5475273 w 5818497"/>
              <a:gd name="connsiteY1-2724" fmla="*/ 803757 h 4165294"/>
              <a:gd name="connsiteX2-2725" fmla="*/ 4671516 w 5818497"/>
              <a:gd name="connsiteY2-2726" fmla="*/ 1607514 h 4165294"/>
              <a:gd name="connsiteX3-2727" fmla="*/ 4589316 w 5818497"/>
              <a:gd name="connsiteY3-2728" fmla="*/ 1613562 h 4165294"/>
              <a:gd name="connsiteX4-2729" fmla="*/ 4248904 w 5818497"/>
              <a:gd name="connsiteY4-2730" fmla="*/ 1681327 h 4165294"/>
              <a:gd name="connsiteX5-2731" fmla="*/ 4192698 w 5818497"/>
              <a:gd name="connsiteY5-2732" fmla="*/ 1863939 h 4165294"/>
              <a:gd name="connsiteX6-2733" fmla="*/ 4193822 w 5818497"/>
              <a:gd name="connsiteY6-2734" fmla="*/ 1941207 h 4165294"/>
              <a:gd name="connsiteX7-2735" fmla="*/ 4222766 w 5818497"/>
              <a:gd name="connsiteY7-2736" fmla="*/ 2207107 h 4165294"/>
              <a:gd name="connsiteX8-2737" fmla="*/ 4234902 w 5818497"/>
              <a:gd name="connsiteY8-2738" fmla="*/ 2424239 h 4165294"/>
              <a:gd name="connsiteX9-2739" fmla="*/ 4336434 w 5818497"/>
              <a:gd name="connsiteY9-2740" fmla="*/ 2632908 h 4165294"/>
              <a:gd name="connsiteX10-2741" fmla="*/ 4703828 w 5818497"/>
              <a:gd name="connsiteY10-2742" fmla="*/ 2617354 h 4165294"/>
              <a:gd name="connsiteX11-2743" fmla="*/ 4775727 w 5818497"/>
              <a:gd name="connsiteY11-2744" fmla="*/ 2593915 h 4165294"/>
              <a:gd name="connsiteX12-2745" fmla="*/ 5014740 w 5818497"/>
              <a:gd name="connsiteY12-2746" fmla="*/ 2557780 h 4165294"/>
              <a:gd name="connsiteX13-2747" fmla="*/ 5818497 w 5818497"/>
              <a:gd name="connsiteY13-2748" fmla="*/ 3361537 h 4165294"/>
              <a:gd name="connsiteX14-2749" fmla="*/ 5014740 w 5818497"/>
              <a:gd name="connsiteY14-2750" fmla="*/ 4165294 h 4165294"/>
              <a:gd name="connsiteX15-2751" fmla="*/ 4274146 w 5818497"/>
              <a:gd name="connsiteY15-2752" fmla="*/ 3674396 h 4165294"/>
              <a:gd name="connsiteX16-2753" fmla="*/ 4226990 w 5818497"/>
              <a:gd name="connsiteY16-2754" fmla="*/ 3554733 h 4165294"/>
              <a:gd name="connsiteX17-2755" fmla="*/ 3995376 w 5818497"/>
              <a:gd name="connsiteY17-2756" fmla="*/ 3275751 h 4165294"/>
              <a:gd name="connsiteX18-2757" fmla="*/ 3539283 w 5818497"/>
              <a:gd name="connsiteY18-2758" fmla="*/ 3328741 h 4165294"/>
              <a:gd name="connsiteX19-2759" fmla="*/ 3458417 w 5818497"/>
              <a:gd name="connsiteY19-2760" fmla="*/ 3360241 h 4165294"/>
              <a:gd name="connsiteX20-2761" fmla="*/ 2971284 w 5818497"/>
              <a:gd name="connsiteY20-2762" fmla="*/ 3458588 h 4165294"/>
              <a:gd name="connsiteX21-2763" fmla="*/ 2374754 w 5818497"/>
              <a:gd name="connsiteY21-2764" fmla="*/ 3307541 h 4165294"/>
              <a:gd name="connsiteX22-2765" fmla="*/ 2193178 w 5818497"/>
              <a:gd name="connsiteY22-2766" fmla="*/ 3269386 h 4165294"/>
              <a:gd name="connsiteX23-2767" fmla="*/ 1840169 w 5818497"/>
              <a:gd name="connsiteY23-2768" fmla="*/ 3296069 h 4165294"/>
              <a:gd name="connsiteX24-2769" fmla="*/ 1576013 w 5818497"/>
              <a:gd name="connsiteY24-2770" fmla="*/ 3614421 h 4165294"/>
              <a:gd name="connsiteX25-2771" fmla="*/ 1544351 w 5818497"/>
              <a:gd name="connsiteY25-2772" fmla="*/ 3674396 h 4165294"/>
              <a:gd name="connsiteX26-2773" fmla="*/ 803757 w 5818497"/>
              <a:gd name="connsiteY26-2774" fmla="*/ 4165294 h 4165294"/>
              <a:gd name="connsiteX27-2775" fmla="*/ 0 w 5818497"/>
              <a:gd name="connsiteY27-2776" fmla="*/ 3361537 h 4165294"/>
              <a:gd name="connsiteX28-2777" fmla="*/ 803757 w 5818497"/>
              <a:gd name="connsiteY28-2778" fmla="*/ 2557780 h 4165294"/>
              <a:gd name="connsiteX29-2779" fmla="*/ 965742 w 5818497"/>
              <a:gd name="connsiteY29-2780" fmla="*/ 2574110 h 4165294"/>
              <a:gd name="connsiteX30-2781" fmla="*/ 1002048 w 5818497"/>
              <a:gd name="connsiteY30-2782" fmla="*/ 2583445 h 4165294"/>
              <a:gd name="connsiteX31-2783" fmla="*/ 1055249 w 5818497"/>
              <a:gd name="connsiteY31-2784" fmla="*/ 2584470 h 4165294"/>
              <a:gd name="connsiteX32-2785" fmla="*/ 1553720 w 5818497"/>
              <a:gd name="connsiteY32-2786" fmla="*/ 2598615 h 4165294"/>
              <a:gd name="connsiteX33-2787" fmla="*/ 1716458 w 5818497"/>
              <a:gd name="connsiteY33-2788" fmla="*/ 2362710 h 4165294"/>
              <a:gd name="connsiteX34-2789" fmla="*/ 1719802 w 5818497"/>
              <a:gd name="connsiteY34-2790" fmla="*/ 2207107 h 4165294"/>
              <a:gd name="connsiteX35-2791" fmla="*/ 1715900 w 5818497"/>
              <a:gd name="connsiteY35-2792" fmla="*/ 2072087 h 4165294"/>
              <a:gd name="connsiteX36-2793" fmla="*/ 1583145 w 5818497"/>
              <a:gd name="connsiteY36-2794" fmla="*/ 1774992 h 4165294"/>
              <a:gd name="connsiteX37-2795" fmla="*/ 1230947 w 5818497"/>
              <a:gd name="connsiteY37-2796" fmla="*/ 1734742 h 4165294"/>
              <a:gd name="connsiteX38-2797" fmla="*/ 1068962 w 5818497"/>
              <a:gd name="connsiteY38-2798" fmla="*/ 1751071 h 4165294"/>
              <a:gd name="connsiteX39-2799" fmla="*/ 265205 w 5818497"/>
              <a:gd name="connsiteY39-2800" fmla="*/ 947314 h 4165294"/>
              <a:gd name="connsiteX40-2801" fmla="*/ 1068962 w 5818497"/>
              <a:gd name="connsiteY40-2802" fmla="*/ 143557 h 4165294"/>
              <a:gd name="connsiteX41-2803" fmla="*/ 1872719 w 5818497"/>
              <a:gd name="connsiteY41-2804" fmla="*/ 947314 h 4165294"/>
              <a:gd name="connsiteX42-2805" fmla="*/ 1879506 w 5818497"/>
              <a:gd name="connsiteY42-2806" fmla="*/ 1023448 h 4165294"/>
              <a:gd name="connsiteX43-2807" fmla="*/ 1975329 w 5818497"/>
              <a:gd name="connsiteY43-2808" fmla="*/ 1145479 h 4165294"/>
              <a:gd name="connsiteX44-2809" fmla="*/ 2379629 w 5818497"/>
              <a:gd name="connsiteY44-2810" fmla="*/ 1086880 h 4165294"/>
              <a:gd name="connsiteX45-2811" fmla="*/ 2484151 w 5818497"/>
              <a:gd name="connsiteY45-2812" fmla="*/ 1053974 h 4165294"/>
              <a:gd name="connsiteX46-2813" fmla="*/ 2971284 w 5818497"/>
              <a:gd name="connsiteY46-2814" fmla="*/ 955626 h 4165294"/>
              <a:gd name="connsiteX47-2815" fmla="*/ 3343437 w 5818497"/>
              <a:gd name="connsiteY47-2816" fmla="*/ 1011890 h 4165294"/>
              <a:gd name="connsiteX48-2817" fmla="*/ 3463768 w 5818497"/>
              <a:gd name="connsiteY48-2818" fmla="*/ 1043649 h 4165294"/>
              <a:gd name="connsiteX49-2819" fmla="*/ 3801864 w 5818497"/>
              <a:gd name="connsiteY49-2820" fmla="*/ 1089506 h 4165294"/>
              <a:gd name="connsiteX50-2821" fmla="*/ 3876290 w 5818497"/>
              <a:gd name="connsiteY50-2822" fmla="*/ 903837 h 4165294"/>
              <a:gd name="connsiteX51-2823" fmla="*/ 3876558 w 5818497"/>
              <a:gd name="connsiteY51-2824" fmla="*/ 891035 h 4165294"/>
              <a:gd name="connsiteX52-2825" fmla="*/ 3867759 w 5818497"/>
              <a:gd name="connsiteY52-2826" fmla="*/ 803757 h 4165294"/>
              <a:gd name="connsiteX53-2827" fmla="*/ 4671516 w 5818497"/>
              <a:gd name="connsiteY53-2828" fmla="*/ 0 h 4165294"/>
              <a:gd name="connsiteX0-2829" fmla="*/ 4671516 w 5818497"/>
              <a:gd name="connsiteY0-2830" fmla="*/ 0 h 4165294"/>
              <a:gd name="connsiteX1-2831" fmla="*/ 5475273 w 5818497"/>
              <a:gd name="connsiteY1-2832" fmla="*/ 803757 h 4165294"/>
              <a:gd name="connsiteX2-2833" fmla="*/ 4671516 w 5818497"/>
              <a:gd name="connsiteY2-2834" fmla="*/ 1607514 h 4165294"/>
              <a:gd name="connsiteX3-2835" fmla="*/ 4589316 w 5818497"/>
              <a:gd name="connsiteY3-2836" fmla="*/ 1613562 h 4165294"/>
              <a:gd name="connsiteX4-2837" fmla="*/ 4248904 w 5818497"/>
              <a:gd name="connsiteY4-2838" fmla="*/ 1681327 h 4165294"/>
              <a:gd name="connsiteX5-2839" fmla="*/ 4192698 w 5818497"/>
              <a:gd name="connsiteY5-2840" fmla="*/ 1863939 h 4165294"/>
              <a:gd name="connsiteX6-2841" fmla="*/ 4193822 w 5818497"/>
              <a:gd name="connsiteY6-2842" fmla="*/ 1941207 h 4165294"/>
              <a:gd name="connsiteX7-2843" fmla="*/ 4222766 w 5818497"/>
              <a:gd name="connsiteY7-2844" fmla="*/ 2207107 h 4165294"/>
              <a:gd name="connsiteX8-2845" fmla="*/ 4234902 w 5818497"/>
              <a:gd name="connsiteY8-2846" fmla="*/ 2424239 h 4165294"/>
              <a:gd name="connsiteX9-2847" fmla="*/ 4336434 w 5818497"/>
              <a:gd name="connsiteY9-2848" fmla="*/ 2632908 h 4165294"/>
              <a:gd name="connsiteX10-2849" fmla="*/ 4703828 w 5818497"/>
              <a:gd name="connsiteY10-2850" fmla="*/ 2617354 h 4165294"/>
              <a:gd name="connsiteX11-2851" fmla="*/ 4775727 w 5818497"/>
              <a:gd name="connsiteY11-2852" fmla="*/ 2593915 h 4165294"/>
              <a:gd name="connsiteX12-2853" fmla="*/ 5014740 w 5818497"/>
              <a:gd name="connsiteY12-2854" fmla="*/ 2557780 h 4165294"/>
              <a:gd name="connsiteX13-2855" fmla="*/ 5818497 w 5818497"/>
              <a:gd name="connsiteY13-2856" fmla="*/ 3361537 h 4165294"/>
              <a:gd name="connsiteX14-2857" fmla="*/ 5014740 w 5818497"/>
              <a:gd name="connsiteY14-2858" fmla="*/ 4165294 h 4165294"/>
              <a:gd name="connsiteX15-2859" fmla="*/ 4274146 w 5818497"/>
              <a:gd name="connsiteY15-2860" fmla="*/ 3674396 h 4165294"/>
              <a:gd name="connsiteX16-2861" fmla="*/ 4226990 w 5818497"/>
              <a:gd name="connsiteY16-2862" fmla="*/ 3554733 h 4165294"/>
              <a:gd name="connsiteX17-2863" fmla="*/ 3995376 w 5818497"/>
              <a:gd name="connsiteY17-2864" fmla="*/ 3275751 h 4165294"/>
              <a:gd name="connsiteX18-2865" fmla="*/ 3539283 w 5818497"/>
              <a:gd name="connsiteY18-2866" fmla="*/ 3328741 h 4165294"/>
              <a:gd name="connsiteX19-2867" fmla="*/ 3458417 w 5818497"/>
              <a:gd name="connsiteY19-2868" fmla="*/ 3360241 h 4165294"/>
              <a:gd name="connsiteX20-2869" fmla="*/ 2971284 w 5818497"/>
              <a:gd name="connsiteY20-2870" fmla="*/ 3458588 h 4165294"/>
              <a:gd name="connsiteX21-2871" fmla="*/ 2374754 w 5818497"/>
              <a:gd name="connsiteY21-2872" fmla="*/ 3307541 h 4165294"/>
              <a:gd name="connsiteX22-2873" fmla="*/ 2193178 w 5818497"/>
              <a:gd name="connsiteY22-2874" fmla="*/ 3269386 h 4165294"/>
              <a:gd name="connsiteX23-2875" fmla="*/ 1840169 w 5818497"/>
              <a:gd name="connsiteY23-2876" fmla="*/ 3296069 h 4165294"/>
              <a:gd name="connsiteX24-2877" fmla="*/ 1576013 w 5818497"/>
              <a:gd name="connsiteY24-2878" fmla="*/ 3614421 h 4165294"/>
              <a:gd name="connsiteX25-2879" fmla="*/ 1544351 w 5818497"/>
              <a:gd name="connsiteY25-2880" fmla="*/ 3674396 h 4165294"/>
              <a:gd name="connsiteX26-2881" fmla="*/ 803757 w 5818497"/>
              <a:gd name="connsiteY26-2882" fmla="*/ 4165294 h 4165294"/>
              <a:gd name="connsiteX27-2883" fmla="*/ 0 w 5818497"/>
              <a:gd name="connsiteY27-2884" fmla="*/ 3361537 h 4165294"/>
              <a:gd name="connsiteX28-2885" fmla="*/ 803757 w 5818497"/>
              <a:gd name="connsiteY28-2886" fmla="*/ 2557780 h 4165294"/>
              <a:gd name="connsiteX29-2887" fmla="*/ 965742 w 5818497"/>
              <a:gd name="connsiteY29-2888" fmla="*/ 2574110 h 4165294"/>
              <a:gd name="connsiteX30-2889" fmla="*/ 1055249 w 5818497"/>
              <a:gd name="connsiteY30-2890" fmla="*/ 2584470 h 4165294"/>
              <a:gd name="connsiteX31-2891" fmla="*/ 1553720 w 5818497"/>
              <a:gd name="connsiteY31-2892" fmla="*/ 2598615 h 4165294"/>
              <a:gd name="connsiteX32-2893" fmla="*/ 1716458 w 5818497"/>
              <a:gd name="connsiteY32-2894" fmla="*/ 2362710 h 4165294"/>
              <a:gd name="connsiteX33-2895" fmla="*/ 1719802 w 5818497"/>
              <a:gd name="connsiteY33-2896" fmla="*/ 2207107 h 4165294"/>
              <a:gd name="connsiteX34-2897" fmla="*/ 1715900 w 5818497"/>
              <a:gd name="connsiteY34-2898" fmla="*/ 2072087 h 4165294"/>
              <a:gd name="connsiteX35-2899" fmla="*/ 1583145 w 5818497"/>
              <a:gd name="connsiteY35-2900" fmla="*/ 1774992 h 4165294"/>
              <a:gd name="connsiteX36-2901" fmla="*/ 1230947 w 5818497"/>
              <a:gd name="connsiteY36-2902" fmla="*/ 1734742 h 4165294"/>
              <a:gd name="connsiteX37-2903" fmla="*/ 1068962 w 5818497"/>
              <a:gd name="connsiteY37-2904" fmla="*/ 1751071 h 4165294"/>
              <a:gd name="connsiteX38-2905" fmla="*/ 265205 w 5818497"/>
              <a:gd name="connsiteY38-2906" fmla="*/ 947314 h 4165294"/>
              <a:gd name="connsiteX39-2907" fmla="*/ 1068962 w 5818497"/>
              <a:gd name="connsiteY39-2908" fmla="*/ 143557 h 4165294"/>
              <a:gd name="connsiteX40-2909" fmla="*/ 1872719 w 5818497"/>
              <a:gd name="connsiteY40-2910" fmla="*/ 947314 h 4165294"/>
              <a:gd name="connsiteX41-2911" fmla="*/ 1879506 w 5818497"/>
              <a:gd name="connsiteY41-2912" fmla="*/ 1023448 h 4165294"/>
              <a:gd name="connsiteX42-2913" fmla="*/ 1975329 w 5818497"/>
              <a:gd name="connsiteY42-2914" fmla="*/ 1145479 h 4165294"/>
              <a:gd name="connsiteX43-2915" fmla="*/ 2379629 w 5818497"/>
              <a:gd name="connsiteY43-2916" fmla="*/ 1086880 h 4165294"/>
              <a:gd name="connsiteX44-2917" fmla="*/ 2484151 w 5818497"/>
              <a:gd name="connsiteY44-2918" fmla="*/ 1053974 h 4165294"/>
              <a:gd name="connsiteX45-2919" fmla="*/ 2971284 w 5818497"/>
              <a:gd name="connsiteY45-2920" fmla="*/ 955626 h 4165294"/>
              <a:gd name="connsiteX46-2921" fmla="*/ 3343437 w 5818497"/>
              <a:gd name="connsiteY46-2922" fmla="*/ 1011890 h 4165294"/>
              <a:gd name="connsiteX47-2923" fmla="*/ 3463768 w 5818497"/>
              <a:gd name="connsiteY47-2924" fmla="*/ 1043649 h 4165294"/>
              <a:gd name="connsiteX48-2925" fmla="*/ 3801864 w 5818497"/>
              <a:gd name="connsiteY48-2926" fmla="*/ 1089506 h 4165294"/>
              <a:gd name="connsiteX49-2927" fmla="*/ 3876290 w 5818497"/>
              <a:gd name="connsiteY49-2928" fmla="*/ 903837 h 4165294"/>
              <a:gd name="connsiteX50-2929" fmla="*/ 3876558 w 5818497"/>
              <a:gd name="connsiteY50-2930" fmla="*/ 891035 h 4165294"/>
              <a:gd name="connsiteX51-2931" fmla="*/ 3867759 w 5818497"/>
              <a:gd name="connsiteY51-2932" fmla="*/ 803757 h 4165294"/>
              <a:gd name="connsiteX52-2933" fmla="*/ 4671516 w 5818497"/>
              <a:gd name="connsiteY52-2934" fmla="*/ 0 h 41652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Lst>
            <a:rect l="l" t="t" r="r" b="b"/>
            <a:pathLst>
              <a:path w="5818497" h="4165294">
                <a:moveTo>
                  <a:pt x="4671516" y="0"/>
                </a:moveTo>
                <a:cubicBezTo>
                  <a:pt x="5115419" y="0"/>
                  <a:pt x="5475273" y="359854"/>
                  <a:pt x="5475273" y="803757"/>
                </a:cubicBezTo>
                <a:cubicBezTo>
                  <a:pt x="5475273" y="1247660"/>
                  <a:pt x="5115419" y="1607514"/>
                  <a:pt x="4671516" y="1607514"/>
                </a:cubicBezTo>
                <a:lnTo>
                  <a:pt x="4589316" y="1613562"/>
                </a:lnTo>
                <a:cubicBezTo>
                  <a:pt x="4455702" y="1622817"/>
                  <a:pt x="4302960" y="1622072"/>
                  <a:pt x="4248904" y="1681327"/>
                </a:cubicBezTo>
                <a:cubicBezTo>
                  <a:pt x="4201605" y="1733175"/>
                  <a:pt x="4193091" y="1793123"/>
                  <a:pt x="4192698" y="1863939"/>
                </a:cubicBezTo>
                <a:cubicBezTo>
                  <a:pt x="4193073" y="1889695"/>
                  <a:pt x="4193447" y="1915451"/>
                  <a:pt x="4193822" y="1941207"/>
                </a:cubicBezTo>
                <a:lnTo>
                  <a:pt x="4222766" y="2207107"/>
                </a:lnTo>
                <a:lnTo>
                  <a:pt x="4234902" y="2424239"/>
                </a:lnTo>
                <a:cubicBezTo>
                  <a:pt x="4248789" y="2516335"/>
                  <a:pt x="4271968" y="2601512"/>
                  <a:pt x="4336434" y="2632908"/>
                </a:cubicBezTo>
                <a:cubicBezTo>
                  <a:pt x="4422389" y="2674768"/>
                  <a:pt x="4558525" y="2644097"/>
                  <a:pt x="4703828" y="2617354"/>
                </a:cubicBezTo>
                <a:lnTo>
                  <a:pt x="4775727" y="2593915"/>
                </a:lnTo>
                <a:cubicBezTo>
                  <a:pt x="4851231" y="2570431"/>
                  <a:pt x="4931508" y="2557780"/>
                  <a:pt x="5014740" y="2557780"/>
                </a:cubicBezTo>
                <a:cubicBezTo>
                  <a:pt x="5458643" y="2557780"/>
                  <a:pt x="5818497" y="2917634"/>
                  <a:pt x="5818497" y="3361537"/>
                </a:cubicBezTo>
                <a:cubicBezTo>
                  <a:pt x="5818497" y="3805440"/>
                  <a:pt x="5458643" y="4165294"/>
                  <a:pt x="5014740" y="4165294"/>
                </a:cubicBezTo>
                <a:cubicBezTo>
                  <a:pt x="4681813" y="4165294"/>
                  <a:pt x="4396163" y="3962876"/>
                  <a:pt x="4274146" y="3674396"/>
                </a:cubicBezTo>
                <a:lnTo>
                  <a:pt x="4226990" y="3554733"/>
                </a:lnTo>
                <a:cubicBezTo>
                  <a:pt x="4161001" y="3438332"/>
                  <a:pt x="4090872" y="3309503"/>
                  <a:pt x="3995376" y="3275751"/>
                </a:cubicBezTo>
                <a:cubicBezTo>
                  <a:pt x="3876006" y="3233561"/>
                  <a:pt x="3566238" y="3318241"/>
                  <a:pt x="3539283" y="3328741"/>
                </a:cubicBezTo>
                <a:lnTo>
                  <a:pt x="3458417" y="3360241"/>
                </a:lnTo>
                <a:cubicBezTo>
                  <a:pt x="3308692" y="3423569"/>
                  <a:pt x="3144078" y="3458588"/>
                  <a:pt x="2971284" y="3458588"/>
                </a:cubicBezTo>
                <a:cubicBezTo>
                  <a:pt x="2755292" y="3458588"/>
                  <a:pt x="2435279" y="3320259"/>
                  <a:pt x="2374754" y="3307541"/>
                </a:cubicBezTo>
                <a:lnTo>
                  <a:pt x="2193178" y="3269386"/>
                </a:lnTo>
                <a:cubicBezTo>
                  <a:pt x="2065669" y="3256990"/>
                  <a:pt x="1943920" y="3256814"/>
                  <a:pt x="1840169" y="3296069"/>
                </a:cubicBezTo>
                <a:cubicBezTo>
                  <a:pt x="1736418" y="3335325"/>
                  <a:pt x="1654225" y="3487014"/>
                  <a:pt x="1576013" y="3614421"/>
                </a:cubicBezTo>
                <a:lnTo>
                  <a:pt x="1544351" y="3674396"/>
                </a:lnTo>
                <a:cubicBezTo>
                  <a:pt x="1422334" y="3962876"/>
                  <a:pt x="1136685" y="4165294"/>
                  <a:pt x="803757" y="4165294"/>
                </a:cubicBezTo>
                <a:cubicBezTo>
                  <a:pt x="359854" y="4165294"/>
                  <a:pt x="0" y="3805440"/>
                  <a:pt x="0" y="3361537"/>
                </a:cubicBezTo>
                <a:cubicBezTo>
                  <a:pt x="0" y="2917634"/>
                  <a:pt x="359854" y="2557780"/>
                  <a:pt x="803757" y="2557780"/>
                </a:cubicBezTo>
                <a:cubicBezTo>
                  <a:pt x="859245" y="2557780"/>
                  <a:pt x="913420" y="2563403"/>
                  <a:pt x="965742" y="2574110"/>
                </a:cubicBezTo>
                <a:lnTo>
                  <a:pt x="1055249" y="2584470"/>
                </a:lnTo>
                <a:cubicBezTo>
                  <a:pt x="1245046" y="2596386"/>
                  <a:pt x="1439662" y="2641680"/>
                  <a:pt x="1553720" y="2598615"/>
                </a:cubicBezTo>
                <a:cubicBezTo>
                  <a:pt x="1667778" y="2555549"/>
                  <a:pt x="1715343" y="2414578"/>
                  <a:pt x="1716458" y="2362710"/>
                </a:cubicBezTo>
                <a:cubicBezTo>
                  <a:pt x="1717573" y="2310842"/>
                  <a:pt x="1718687" y="2258975"/>
                  <a:pt x="1719802" y="2207107"/>
                </a:cubicBezTo>
                <a:lnTo>
                  <a:pt x="1715900" y="2072087"/>
                </a:lnTo>
                <a:cubicBezTo>
                  <a:pt x="1687309" y="1938570"/>
                  <a:pt x="1663971" y="1831216"/>
                  <a:pt x="1583145" y="1774992"/>
                </a:cubicBezTo>
                <a:cubicBezTo>
                  <a:pt x="1502320" y="1718768"/>
                  <a:pt x="1316644" y="1738729"/>
                  <a:pt x="1230947" y="1734742"/>
                </a:cubicBezTo>
                <a:cubicBezTo>
                  <a:pt x="1178625" y="1745448"/>
                  <a:pt x="1124450" y="1751071"/>
                  <a:pt x="1068962" y="1751071"/>
                </a:cubicBezTo>
                <a:cubicBezTo>
                  <a:pt x="625059" y="1751071"/>
                  <a:pt x="265205" y="1391217"/>
                  <a:pt x="265205" y="947314"/>
                </a:cubicBezTo>
                <a:cubicBezTo>
                  <a:pt x="265205" y="503412"/>
                  <a:pt x="625059" y="143557"/>
                  <a:pt x="1068962" y="143557"/>
                </a:cubicBezTo>
                <a:cubicBezTo>
                  <a:pt x="1512865" y="143557"/>
                  <a:pt x="1872719" y="503412"/>
                  <a:pt x="1872719" y="947314"/>
                </a:cubicBezTo>
                <a:lnTo>
                  <a:pt x="1879506" y="1023448"/>
                </a:lnTo>
                <a:cubicBezTo>
                  <a:pt x="1896608" y="1056475"/>
                  <a:pt x="1879709" y="1094294"/>
                  <a:pt x="1975329" y="1145479"/>
                </a:cubicBezTo>
                <a:cubicBezTo>
                  <a:pt x="2070949" y="1196664"/>
                  <a:pt x="2220392" y="1135263"/>
                  <a:pt x="2379629" y="1086880"/>
                </a:cubicBezTo>
                <a:lnTo>
                  <a:pt x="2484151" y="1053974"/>
                </a:lnTo>
                <a:cubicBezTo>
                  <a:pt x="2633876" y="990645"/>
                  <a:pt x="2798491" y="955626"/>
                  <a:pt x="2971284" y="955626"/>
                </a:cubicBezTo>
                <a:cubicBezTo>
                  <a:pt x="3100879" y="955626"/>
                  <a:pt x="3225874" y="975324"/>
                  <a:pt x="3343437" y="1011890"/>
                </a:cubicBezTo>
                <a:lnTo>
                  <a:pt x="3463768" y="1043649"/>
                </a:lnTo>
                <a:cubicBezTo>
                  <a:pt x="3600236" y="1083690"/>
                  <a:pt x="3724737" y="1139871"/>
                  <a:pt x="3801864" y="1089506"/>
                </a:cubicBezTo>
                <a:cubicBezTo>
                  <a:pt x="3859710" y="1051732"/>
                  <a:pt x="3872718" y="983728"/>
                  <a:pt x="3876290" y="903837"/>
                </a:cubicBezTo>
                <a:cubicBezTo>
                  <a:pt x="3876379" y="899570"/>
                  <a:pt x="3876469" y="895302"/>
                  <a:pt x="3876558" y="891035"/>
                </a:cubicBezTo>
                <a:lnTo>
                  <a:pt x="3867759" y="803757"/>
                </a:lnTo>
                <a:cubicBezTo>
                  <a:pt x="3867759" y="359854"/>
                  <a:pt x="4227613" y="0"/>
                  <a:pt x="4671516" y="0"/>
                </a:cubicBezTo>
                <a:close/>
              </a:path>
            </a:pathLst>
          </a:custGeom>
          <a:solidFill>
            <a:schemeClr val="bg1">
              <a:alpha val="30000"/>
            </a:schemeClr>
          </a:solidFill>
          <a:ln w="12700" cap="flat" cmpd="sng" algn="ctr">
            <a:solidFill>
              <a:schemeClr val="bg1">
                <a:alpha val="60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3" name="椭圆 2"/>
          <p:cNvSpPr/>
          <p:nvPr/>
        </p:nvSpPr>
        <p:spPr>
          <a:xfrm>
            <a:off x="5114592" y="2768600"/>
            <a:ext cx="2179320" cy="2179320"/>
          </a:xfrm>
          <a:prstGeom prst="ellipse">
            <a:avLst/>
          </a:prstGeom>
          <a:gradFill>
            <a:gsLst>
              <a:gs pos="17000">
                <a:schemeClr val="accent1">
                  <a:lumMod val="60000"/>
                  <a:lumOff val="40000"/>
                </a:schemeClr>
              </a:gs>
              <a:gs pos="100000">
                <a:schemeClr val="accent1"/>
              </a:gs>
            </a:gsLst>
            <a:path path="circle">
              <a:fillToRect r="100000" b="100000"/>
            </a:path>
          </a:gradFill>
          <a:ln>
            <a:noFill/>
          </a:ln>
          <a:effectLst>
            <a:outerShdw blurRad="381000" dist="444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4" name="椭圆 3"/>
          <p:cNvSpPr/>
          <p:nvPr/>
        </p:nvSpPr>
        <p:spPr>
          <a:xfrm>
            <a:off x="7219955" y="1770380"/>
            <a:ext cx="1369060" cy="1369060"/>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endParaRPr>
          </a:p>
        </p:txBody>
      </p:sp>
      <p:sp>
        <p:nvSpPr>
          <p:cNvPr id="5" name="椭圆 4"/>
          <p:cNvSpPr/>
          <p:nvPr/>
        </p:nvSpPr>
        <p:spPr>
          <a:xfrm>
            <a:off x="7563179" y="4328160"/>
            <a:ext cx="1369060" cy="1369060"/>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endParaRPr>
          </a:p>
        </p:txBody>
      </p:sp>
      <p:sp>
        <p:nvSpPr>
          <p:cNvPr id="6" name="椭圆 5"/>
          <p:cNvSpPr/>
          <p:nvPr/>
        </p:nvSpPr>
        <p:spPr>
          <a:xfrm>
            <a:off x="3617401" y="1889607"/>
            <a:ext cx="1369060" cy="1369060"/>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7" name="椭圆 6"/>
          <p:cNvSpPr/>
          <p:nvPr/>
        </p:nvSpPr>
        <p:spPr>
          <a:xfrm>
            <a:off x="3336798" y="4328160"/>
            <a:ext cx="1369060" cy="1369060"/>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endParaRPr>
          </a:p>
        </p:txBody>
      </p:sp>
      <p:sp>
        <p:nvSpPr>
          <p:cNvPr id="8" name="文本框 7"/>
          <p:cNvSpPr txBox="1"/>
          <p:nvPr/>
        </p:nvSpPr>
        <p:spPr>
          <a:xfrm>
            <a:off x="5460377" y="3442761"/>
            <a:ext cx="148775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研究</a:t>
            </a:r>
            <a:endParaRPr kumimoji="0" lang="en-US" altLang="zh-CN" sz="24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方法</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9" name="文本框 8"/>
          <p:cNvSpPr txBox="1"/>
          <p:nvPr/>
        </p:nvSpPr>
        <p:spPr>
          <a:xfrm>
            <a:off x="3658429" y="2281750"/>
            <a:ext cx="128700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white"/>
                </a:solidFill>
                <a:latin typeface="+mj-ea"/>
                <a:ea typeface="+mj-ea"/>
              </a:rPr>
              <a:t>文献</a:t>
            </a:r>
            <a:endParaRPr kumimoji="0" lang="en-US" altLang="zh-CN" sz="16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solidFill>
                <a:effectLst/>
                <a:uLnTx/>
                <a:uFillTx/>
                <a:latin typeface="+mj-ea"/>
                <a:ea typeface="+mj-ea"/>
                <a:cs typeface="+mn-cs"/>
              </a:rPr>
              <a:t>研究法</a:t>
            </a:r>
            <a:endParaRPr kumimoji="0" lang="zh-CN" altLang="en-US" sz="1600" b="1" i="0" u="none" strike="noStrike" kern="1200" cap="none" spc="0" normalizeH="0" baseline="0" noProof="0" dirty="0">
              <a:ln>
                <a:noFill/>
              </a:ln>
              <a:solidFill>
                <a:prstClr val="white"/>
              </a:solidFill>
              <a:effectLst/>
              <a:uLnTx/>
              <a:uFillTx/>
              <a:latin typeface="+mj-ea"/>
              <a:ea typeface="+mj-ea"/>
              <a:cs typeface="+mn-cs"/>
            </a:endParaRPr>
          </a:p>
        </p:txBody>
      </p:sp>
      <p:sp>
        <p:nvSpPr>
          <p:cNvPr id="10" name="文本框 9"/>
          <p:cNvSpPr txBox="1"/>
          <p:nvPr/>
        </p:nvSpPr>
        <p:spPr>
          <a:xfrm>
            <a:off x="7260983" y="2162523"/>
            <a:ext cx="128700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white"/>
                </a:solidFill>
                <a:latin typeface="+mj-ea"/>
                <a:ea typeface="+mj-ea"/>
              </a:rPr>
              <a:t>数据</a:t>
            </a:r>
            <a:endParaRPr kumimoji="0" lang="en-US" altLang="zh-CN" sz="16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white"/>
                </a:solidFill>
                <a:latin typeface="+mj-ea"/>
                <a:ea typeface="+mj-ea"/>
              </a:rPr>
              <a:t>分析</a:t>
            </a:r>
            <a:r>
              <a:rPr kumimoji="0" lang="zh-CN" altLang="en-US" sz="1600" b="1" i="0" u="none" strike="noStrike" kern="1200" cap="none" spc="0" normalizeH="0" baseline="0" noProof="0" dirty="0">
                <a:ln>
                  <a:noFill/>
                </a:ln>
                <a:solidFill>
                  <a:prstClr val="white"/>
                </a:solidFill>
                <a:effectLst/>
                <a:uLnTx/>
                <a:uFillTx/>
                <a:latin typeface="+mj-ea"/>
                <a:ea typeface="+mj-ea"/>
                <a:cs typeface="+mn-cs"/>
              </a:rPr>
              <a:t>法</a:t>
            </a:r>
            <a:endParaRPr kumimoji="0" lang="zh-CN" altLang="en-US" sz="1600" b="1" i="0" u="none" strike="noStrike" kern="1200" cap="none" spc="0" normalizeH="0" baseline="0" noProof="0" dirty="0">
              <a:ln>
                <a:noFill/>
              </a:ln>
              <a:solidFill>
                <a:prstClr val="white"/>
              </a:solidFill>
              <a:effectLst/>
              <a:uLnTx/>
              <a:uFillTx/>
              <a:latin typeface="+mj-ea"/>
              <a:ea typeface="+mj-ea"/>
              <a:cs typeface="+mn-cs"/>
            </a:endParaRPr>
          </a:p>
        </p:txBody>
      </p:sp>
      <p:sp>
        <p:nvSpPr>
          <p:cNvPr id="11" name="文本框 10"/>
          <p:cNvSpPr txBox="1"/>
          <p:nvPr/>
        </p:nvSpPr>
        <p:spPr>
          <a:xfrm>
            <a:off x="3377826" y="4720303"/>
            <a:ext cx="128700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white"/>
                </a:solidFill>
                <a:latin typeface="+mj-ea"/>
                <a:ea typeface="+mj-ea"/>
              </a:rPr>
              <a:t>实验</a:t>
            </a:r>
            <a:endParaRPr kumimoji="0" lang="en-US" altLang="zh-CN" sz="16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solidFill>
                <a:effectLst/>
                <a:uLnTx/>
                <a:uFillTx/>
                <a:latin typeface="+mj-ea"/>
                <a:ea typeface="+mj-ea"/>
                <a:cs typeface="+mn-cs"/>
              </a:rPr>
              <a:t>验证法</a:t>
            </a:r>
            <a:endParaRPr kumimoji="0" lang="zh-CN" altLang="en-US" sz="1600" b="1" i="0" u="none" strike="noStrike" kern="1200" cap="none" spc="0" normalizeH="0" baseline="0" noProof="0" dirty="0">
              <a:ln>
                <a:noFill/>
              </a:ln>
              <a:solidFill>
                <a:prstClr val="white"/>
              </a:solidFill>
              <a:effectLst/>
              <a:uLnTx/>
              <a:uFillTx/>
              <a:latin typeface="+mj-ea"/>
              <a:ea typeface="+mj-ea"/>
              <a:cs typeface="+mn-cs"/>
            </a:endParaRPr>
          </a:p>
        </p:txBody>
      </p:sp>
      <p:sp>
        <p:nvSpPr>
          <p:cNvPr id="12" name="文本框 11"/>
          <p:cNvSpPr txBox="1"/>
          <p:nvPr/>
        </p:nvSpPr>
        <p:spPr>
          <a:xfrm>
            <a:off x="7649880" y="4720303"/>
            <a:ext cx="119565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white"/>
                </a:solidFill>
                <a:latin typeface="+mj-ea"/>
                <a:ea typeface="+mj-ea"/>
              </a:rPr>
              <a:t>流程</a:t>
            </a:r>
            <a:endParaRPr kumimoji="0" lang="en-US" altLang="zh-CN" sz="16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prstClr val="white"/>
                </a:solidFill>
                <a:latin typeface="+mj-ea"/>
                <a:ea typeface="+mj-ea"/>
              </a:rPr>
              <a:t>设计</a:t>
            </a:r>
            <a:r>
              <a:rPr kumimoji="0" lang="zh-CN" altLang="en-US" sz="1600" b="1" i="0" u="none" strike="noStrike" kern="1200" cap="none" spc="0" normalizeH="0" baseline="0" noProof="0" dirty="0">
                <a:ln>
                  <a:noFill/>
                </a:ln>
                <a:solidFill>
                  <a:prstClr val="white"/>
                </a:solidFill>
                <a:effectLst/>
                <a:uLnTx/>
                <a:uFillTx/>
                <a:latin typeface="+mj-ea"/>
                <a:ea typeface="+mj-ea"/>
                <a:cs typeface="+mn-cs"/>
              </a:rPr>
              <a:t>法</a:t>
            </a:r>
            <a:endParaRPr kumimoji="0" lang="zh-CN" altLang="en-US" sz="1600" b="1" i="0" u="none" strike="noStrike" kern="1200" cap="none" spc="0" normalizeH="0" baseline="0" noProof="0" dirty="0">
              <a:ln>
                <a:noFill/>
              </a:ln>
              <a:solidFill>
                <a:prstClr val="white"/>
              </a:solidFill>
              <a:effectLst/>
              <a:uLnTx/>
              <a:uFillTx/>
              <a:latin typeface="+mj-ea"/>
              <a:ea typeface="+mj-ea"/>
              <a:cs typeface="+mn-cs"/>
            </a:endParaRPr>
          </a:p>
        </p:txBody>
      </p:sp>
      <p:sp>
        <p:nvSpPr>
          <p:cNvPr id="13" name="矩形 12"/>
          <p:cNvSpPr/>
          <p:nvPr/>
        </p:nvSpPr>
        <p:spPr>
          <a:xfrm>
            <a:off x="634609" y="1998098"/>
            <a:ext cx="2216176" cy="958462"/>
          </a:xfrm>
          <a:prstGeom prst="rect">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14" name="文本框 13"/>
          <p:cNvSpPr txBox="1"/>
          <p:nvPr/>
        </p:nvSpPr>
        <p:spPr>
          <a:xfrm>
            <a:off x="669452" y="2181639"/>
            <a:ext cx="2019398" cy="58894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effectLst/>
                <a:uLnTx/>
                <a:uFillTx/>
                <a:latin typeface="+mn-ea"/>
                <a:cs typeface="+mn-cs"/>
              </a:rPr>
              <a:t>这里输入正文内容这里输入正文内容</a:t>
            </a:r>
            <a:endParaRPr kumimoji="0" lang="zh-CN" altLang="en-US" sz="1400" b="0" i="0" u="none" strike="noStrike" kern="1200" cap="none" spc="0" normalizeH="0" baseline="0" noProof="0" dirty="0">
              <a:ln>
                <a:noFill/>
              </a:ln>
              <a:effectLst/>
              <a:uLnTx/>
              <a:uFillTx/>
              <a:latin typeface="+mn-ea"/>
              <a:cs typeface="+mn-cs"/>
            </a:endParaRPr>
          </a:p>
        </p:txBody>
      </p:sp>
      <p:cxnSp>
        <p:nvCxnSpPr>
          <p:cNvPr id="15" name="直接连接符 14"/>
          <p:cNvCxnSpPr/>
          <p:nvPr/>
        </p:nvCxnSpPr>
        <p:spPr>
          <a:xfrm>
            <a:off x="2857422" y="2477329"/>
            <a:ext cx="649605"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850785" y="1998098"/>
            <a:ext cx="0" cy="958462"/>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27702" y="4635689"/>
            <a:ext cx="2216176" cy="958462"/>
          </a:xfrm>
          <a:prstGeom prst="rect">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endParaRPr>
          </a:p>
        </p:txBody>
      </p:sp>
      <p:sp>
        <p:nvSpPr>
          <p:cNvPr id="19" name="文本框 18"/>
          <p:cNvSpPr txBox="1"/>
          <p:nvPr/>
        </p:nvSpPr>
        <p:spPr>
          <a:xfrm>
            <a:off x="662544" y="4819230"/>
            <a:ext cx="2026305" cy="591380"/>
          </a:xfrm>
          <a:prstGeom prst="rect">
            <a:avLst/>
          </a:prstGeom>
          <a:noFill/>
        </p:spPr>
        <p:txBody>
          <a:bodyPr wrap="square" rtlCol="0">
            <a:spAutoFit/>
          </a:bodyPr>
          <a:lstStyle>
            <a:defPPr>
              <a:defRPr lang="zh-CN"/>
            </a:defPPr>
            <a:lvl1pPr marR="0" lvl="0" indent="0" fontAlgn="auto">
              <a:lnSpc>
                <a:spcPct val="120000"/>
              </a:lnSpc>
              <a:spcBef>
                <a:spcPts val="0"/>
              </a:spcBef>
              <a:spcAft>
                <a:spcPts val="0"/>
              </a:spcAft>
              <a:buClrTx/>
              <a:buSzTx/>
              <a:buFontTx/>
              <a:buNone/>
              <a:defRPr kumimoji="0" sz="1400" b="0" i="0" u="none" strike="noStrike" cap="none" spc="0" normalizeH="0" baseline="0">
                <a:ln>
                  <a:noFill/>
                </a:ln>
                <a:effectLst/>
                <a:uLnTx/>
                <a:uFillTx/>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effectLst/>
                <a:uLnTx/>
                <a:uFillTx/>
                <a:latin typeface="+mn-ea"/>
                <a:cs typeface="+mn-cs"/>
              </a:rPr>
              <a:t>这里输入正文内容这里输入正文内容</a:t>
            </a:r>
            <a:endParaRPr kumimoji="0" lang="zh-CN" altLang="en-US" sz="1400" b="0" i="0" u="none" strike="noStrike" kern="1200" cap="none" spc="0" normalizeH="0" baseline="0" noProof="0" dirty="0">
              <a:ln>
                <a:noFill/>
              </a:ln>
              <a:effectLst/>
              <a:uLnTx/>
              <a:uFillTx/>
              <a:latin typeface="+mn-ea"/>
              <a:cs typeface="+mn-cs"/>
            </a:endParaRPr>
          </a:p>
        </p:txBody>
      </p:sp>
      <p:cxnSp>
        <p:nvCxnSpPr>
          <p:cNvPr id="20" name="直接连接符 19"/>
          <p:cNvCxnSpPr/>
          <p:nvPr/>
        </p:nvCxnSpPr>
        <p:spPr>
          <a:xfrm>
            <a:off x="2850515" y="5114920"/>
            <a:ext cx="382454"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843878" y="4635689"/>
            <a:ext cx="0" cy="958462"/>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flipH="1">
            <a:off x="9348123" y="1998098"/>
            <a:ext cx="2216176" cy="958462"/>
          </a:xfrm>
          <a:prstGeom prst="rect">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endParaRPr>
          </a:p>
        </p:txBody>
      </p:sp>
      <p:sp>
        <p:nvSpPr>
          <p:cNvPr id="23" name="文本框 22"/>
          <p:cNvSpPr txBox="1"/>
          <p:nvPr/>
        </p:nvSpPr>
        <p:spPr>
          <a:xfrm flipH="1">
            <a:off x="9503152" y="2181639"/>
            <a:ext cx="2026305" cy="591380"/>
          </a:xfrm>
          <a:prstGeom prst="rect">
            <a:avLst/>
          </a:prstGeom>
          <a:noFill/>
        </p:spPr>
        <p:txBody>
          <a:bodyPr wrap="square" rtlCol="0">
            <a:spAutoFit/>
          </a:bodyPr>
          <a:lstStyle>
            <a:defPPr>
              <a:defRPr lang="zh-CN"/>
            </a:defPPr>
            <a:lvl1pPr marR="0" lvl="0" indent="0" fontAlgn="auto">
              <a:lnSpc>
                <a:spcPct val="120000"/>
              </a:lnSpc>
              <a:spcBef>
                <a:spcPts val="0"/>
              </a:spcBef>
              <a:spcAft>
                <a:spcPts val="0"/>
              </a:spcAft>
              <a:buClrTx/>
              <a:buSzTx/>
              <a:buFontTx/>
              <a:buNone/>
              <a:defRPr kumimoji="0" sz="1400" b="0" i="0" u="none" strike="noStrike" cap="none" spc="0" normalizeH="0" baseline="0">
                <a:ln>
                  <a:noFill/>
                </a:ln>
                <a:effectLst/>
                <a:uLnTx/>
                <a:uFillTx/>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effectLst/>
                <a:uLnTx/>
                <a:uFillTx/>
                <a:latin typeface="+mn-ea"/>
                <a:cs typeface="+mn-cs"/>
              </a:rPr>
              <a:t>这里输入正文内容这里输入正文内容</a:t>
            </a:r>
            <a:endParaRPr kumimoji="0" lang="zh-CN" altLang="en-US" sz="1400" b="0" i="0" u="none" strike="noStrike" kern="1200" cap="none" spc="0" normalizeH="0" baseline="0" noProof="0" dirty="0">
              <a:ln>
                <a:noFill/>
              </a:ln>
              <a:effectLst/>
              <a:uLnTx/>
              <a:uFillTx/>
              <a:latin typeface="+mn-ea"/>
              <a:cs typeface="+mn-cs"/>
            </a:endParaRPr>
          </a:p>
        </p:txBody>
      </p:sp>
      <p:cxnSp>
        <p:nvCxnSpPr>
          <p:cNvPr id="24" name="直接连接符 23"/>
          <p:cNvCxnSpPr/>
          <p:nvPr/>
        </p:nvCxnSpPr>
        <p:spPr>
          <a:xfrm flipH="1">
            <a:off x="8691881" y="2477329"/>
            <a:ext cx="649605"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348123" y="1998098"/>
            <a:ext cx="0" cy="958462"/>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flipH="1">
            <a:off x="9348123" y="4611605"/>
            <a:ext cx="2216176" cy="958462"/>
          </a:xfrm>
          <a:prstGeom prst="rect">
            <a:avLst/>
          </a:prstGeom>
          <a:gradFill flip="none" rotWithShape="1">
            <a:gsLst>
              <a:gs pos="0">
                <a:schemeClr val="accent1">
                  <a:lumMod val="20000"/>
                  <a:lumOff val="80000"/>
                </a:schemeClr>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endParaRPr>
          </a:p>
        </p:txBody>
      </p:sp>
      <p:sp>
        <p:nvSpPr>
          <p:cNvPr id="27" name="文本框 26"/>
          <p:cNvSpPr txBox="1"/>
          <p:nvPr/>
        </p:nvSpPr>
        <p:spPr>
          <a:xfrm flipH="1">
            <a:off x="9503152" y="4795146"/>
            <a:ext cx="2026305" cy="591380"/>
          </a:xfrm>
          <a:prstGeom prst="rect">
            <a:avLst/>
          </a:prstGeom>
          <a:noFill/>
        </p:spPr>
        <p:txBody>
          <a:bodyPr wrap="square" rtlCol="0">
            <a:spAutoFit/>
          </a:bodyPr>
          <a:lstStyle>
            <a:defPPr>
              <a:defRPr lang="zh-CN"/>
            </a:defPPr>
            <a:lvl1pPr marR="0" lvl="0" indent="0" fontAlgn="auto">
              <a:lnSpc>
                <a:spcPct val="120000"/>
              </a:lnSpc>
              <a:spcBef>
                <a:spcPts val="0"/>
              </a:spcBef>
              <a:spcAft>
                <a:spcPts val="0"/>
              </a:spcAft>
              <a:buClrTx/>
              <a:buSzTx/>
              <a:buFontTx/>
              <a:buNone/>
              <a:defRPr kumimoji="0" sz="1400" b="0" i="0" u="none" strike="noStrike" cap="none" spc="0" normalizeH="0" baseline="0">
                <a:ln>
                  <a:noFill/>
                </a:ln>
                <a:effectLst/>
                <a:uLnTx/>
                <a:uFillTx/>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effectLst/>
                <a:uLnTx/>
                <a:uFillTx/>
                <a:latin typeface="+mn-ea"/>
                <a:cs typeface="+mn-cs"/>
              </a:rPr>
              <a:t>这里输入正文内容这里输入正文内容</a:t>
            </a:r>
            <a:endParaRPr kumimoji="0" lang="zh-CN" altLang="en-US" sz="1400" b="0" i="0" u="none" strike="noStrike" kern="1200" cap="none" spc="0" normalizeH="0" baseline="0" noProof="0" dirty="0">
              <a:ln>
                <a:noFill/>
              </a:ln>
              <a:effectLst/>
              <a:uLnTx/>
              <a:uFillTx/>
              <a:latin typeface="+mn-ea"/>
              <a:cs typeface="+mn-cs"/>
            </a:endParaRPr>
          </a:p>
        </p:txBody>
      </p:sp>
      <p:cxnSp>
        <p:nvCxnSpPr>
          <p:cNvPr id="28" name="直接连接符 27"/>
          <p:cNvCxnSpPr/>
          <p:nvPr/>
        </p:nvCxnSpPr>
        <p:spPr>
          <a:xfrm flipH="1">
            <a:off x="9035972" y="5090836"/>
            <a:ext cx="305515"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9348123" y="4611605"/>
            <a:ext cx="0" cy="958462"/>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研究材料</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rcRect l="16204" r="16204"/>
          <a:stretch>
            <a:fillRect/>
          </a:stretch>
        </p:blipFill>
        <p:spPr>
          <a:xfrm>
            <a:off x="521156" y="1968500"/>
            <a:ext cx="5409744" cy="3664316"/>
          </a:xfrm>
          <a:prstGeom prst="rect">
            <a:avLst/>
          </a:prstGeom>
        </p:spPr>
      </p:pic>
      <p:sp>
        <p:nvSpPr>
          <p:cNvPr id="12" name="椭圆 11"/>
          <p:cNvSpPr/>
          <p:nvPr/>
        </p:nvSpPr>
        <p:spPr>
          <a:xfrm>
            <a:off x="6661127" y="2387599"/>
            <a:ext cx="1625600" cy="1625600"/>
          </a:xfrm>
          <a:prstGeom prst="ellipse">
            <a:avLst/>
          </a:prstGeom>
          <a:gradFill flip="none" rotWithShape="1">
            <a:gsLst>
              <a:gs pos="0">
                <a:schemeClr val="accent1">
                  <a:lumMod val="60000"/>
                  <a:lumOff val="40000"/>
                </a:schemeClr>
              </a:gs>
              <a:gs pos="63000">
                <a:schemeClr val="accent1"/>
              </a:gs>
            </a:gsLst>
            <a:lin ang="2700000" scaled="1"/>
            <a:tileRect/>
          </a:gradFill>
          <a:ln>
            <a:noFill/>
          </a:ln>
          <a:effectLst>
            <a:outerShdw blurRad="279400" dist="381000" dir="5400000" algn="t" rotWithShape="0">
              <a:schemeClr val="accent1">
                <a:alpha val="1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9791700" y="2387599"/>
            <a:ext cx="1625600" cy="1625600"/>
          </a:xfrm>
          <a:prstGeom prst="ellipse">
            <a:avLst/>
          </a:prstGeom>
          <a:gradFill flip="none" rotWithShape="1">
            <a:gsLst>
              <a:gs pos="0">
                <a:schemeClr val="accent1">
                  <a:lumMod val="60000"/>
                  <a:lumOff val="40000"/>
                </a:schemeClr>
              </a:gs>
              <a:gs pos="63000">
                <a:schemeClr val="accent1"/>
              </a:gs>
            </a:gsLst>
            <a:lin ang="2700000" scaled="1"/>
            <a:tileRect/>
          </a:gradFill>
          <a:ln>
            <a:noFill/>
          </a:ln>
          <a:effectLst>
            <a:outerShdw blurRad="279400" dist="381000" dir="5400000" algn="t" rotWithShape="0">
              <a:schemeClr val="accent1">
                <a:alpha val="1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iconfont-11253-5327587"/>
          <p:cNvSpPr/>
          <p:nvPr/>
        </p:nvSpPr>
        <p:spPr>
          <a:xfrm>
            <a:off x="8862963" y="3024148"/>
            <a:ext cx="352502" cy="352502"/>
          </a:xfrm>
          <a:custGeom>
            <a:avLst/>
            <a:gdLst>
              <a:gd name="T0" fmla="*/ 8368 w 8368"/>
              <a:gd name="T1" fmla="*/ 3614 h 8368"/>
              <a:gd name="T2" fmla="*/ 8368 w 8368"/>
              <a:gd name="T3" fmla="*/ 4755 h 8368"/>
              <a:gd name="T4" fmla="*/ 8202 w 8368"/>
              <a:gd name="T5" fmla="*/ 5159 h 8368"/>
              <a:gd name="T6" fmla="*/ 7798 w 8368"/>
              <a:gd name="T7" fmla="*/ 5325 h 8368"/>
              <a:gd name="T8" fmla="*/ 5325 w 8368"/>
              <a:gd name="T9" fmla="*/ 5325 h 8368"/>
              <a:gd name="T10" fmla="*/ 5325 w 8368"/>
              <a:gd name="T11" fmla="*/ 7798 h 8368"/>
              <a:gd name="T12" fmla="*/ 5159 w 8368"/>
              <a:gd name="T13" fmla="*/ 8201 h 8368"/>
              <a:gd name="T14" fmla="*/ 4755 w 8368"/>
              <a:gd name="T15" fmla="*/ 8368 h 8368"/>
              <a:gd name="T16" fmla="*/ 3614 w 8368"/>
              <a:gd name="T17" fmla="*/ 8368 h 8368"/>
              <a:gd name="T18" fmla="*/ 3210 w 8368"/>
              <a:gd name="T19" fmla="*/ 8201 h 8368"/>
              <a:gd name="T20" fmla="*/ 3044 w 8368"/>
              <a:gd name="T21" fmla="*/ 7798 h 8368"/>
              <a:gd name="T22" fmla="*/ 3044 w 8368"/>
              <a:gd name="T23" fmla="*/ 5325 h 8368"/>
              <a:gd name="T24" fmla="*/ 570 w 8368"/>
              <a:gd name="T25" fmla="*/ 5325 h 8368"/>
              <a:gd name="T26" fmla="*/ 167 w 8368"/>
              <a:gd name="T27" fmla="*/ 5159 h 8368"/>
              <a:gd name="T28" fmla="*/ 0 w 8368"/>
              <a:gd name="T29" fmla="*/ 4755 h 8368"/>
              <a:gd name="T30" fmla="*/ 0 w 8368"/>
              <a:gd name="T31" fmla="*/ 3614 h 8368"/>
              <a:gd name="T32" fmla="*/ 167 w 8368"/>
              <a:gd name="T33" fmla="*/ 3210 h 8368"/>
              <a:gd name="T34" fmla="*/ 570 w 8368"/>
              <a:gd name="T35" fmla="*/ 3044 h 8368"/>
              <a:gd name="T36" fmla="*/ 3043 w 8368"/>
              <a:gd name="T37" fmla="*/ 3044 h 8368"/>
              <a:gd name="T38" fmla="*/ 3043 w 8368"/>
              <a:gd name="T39" fmla="*/ 570 h 8368"/>
              <a:gd name="T40" fmla="*/ 3209 w 8368"/>
              <a:gd name="T41" fmla="*/ 167 h 8368"/>
              <a:gd name="T42" fmla="*/ 3613 w 8368"/>
              <a:gd name="T43" fmla="*/ 0 h 8368"/>
              <a:gd name="T44" fmla="*/ 4754 w 8368"/>
              <a:gd name="T45" fmla="*/ 0 h 8368"/>
              <a:gd name="T46" fmla="*/ 5158 w 8368"/>
              <a:gd name="T47" fmla="*/ 167 h 8368"/>
              <a:gd name="T48" fmla="*/ 5324 w 8368"/>
              <a:gd name="T49" fmla="*/ 570 h 8368"/>
              <a:gd name="T50" fmla="*/ 5324 w 8368"/>
              <a:gd name="T51" fmla="*/ 3043 h 8368"/>
              <a:gd name="T52" fmla="*/ 7797 w 8368"/>
              <a:gd name="T53" fmla="*/ 3043 h 8368"/>
              <a:gd name="T54" fmla="*/ 8200 w 8368"/>
              <a:gd name="T55" fmla="*/ 3209 h 8368"/>
              <a:gd name="T56" fmla="*/ 8368 w 8368"/>
              <a:gd name="T57" fmla="*/ 3614 h 8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368" h="8368">
                <a:moveTo>
                  <a:pt x="8368" y="3614"/>
                </a:moveTo>
                <a:lnTo>
                  <a:pt x="8368" y="4755"/>
                </a:lnTo>
                <a:cubicBezTo>
                  <a:pt x="8368" y="4914"/>
                  <a:pt x="8313" y="5049"/>
                  <a:pt x="8202" y="5159"/>
                </a:cubicBezTo>
                <a:cubicBezTo>
                  <a:pt x="8090" y="5270"/>
                  <a:pt x="7955" y="5325"/>
                  <a:pt x="7798" y="5325"/>
                </a:cubicBezTo>
                <a:lnTo>
                  <a:pt x="5325" y="5325"/>
                </a:lnTo>
                <a:lnTo>
                  <a:pt x="5325" y="7798"/>
                </a:lnTo>
                <a:cubicBezTo>
                  <a:pt x="5325" y="7957"/>
                  <a:pt x="5270" y="8091"/>
                  <a:pt x="5159" y="8201"/>
                </a:cubicBezTo>
                <a:cubicBezTo>
                  <a:pt x="5048" y="8313"/>
                  <a:pt x="4913" y="8368"/>
                  <a:pt x="4755" y="8368"/>
                </a:cubicBezTo>
                <a:lnTo>
                  <a:pt x="3614" y="8368"/>
                </a:lnTo>
                <a:cubicBezTo>
                  <a:pt x="3455" y="8368"/>
                  <a:pt x="3320" y="8313"/>
                  <a:pt x="3210" y="8201"/>
                </a:cubicBezTo>
                <a:cubicBezTo>
                  <a:pt x="3099" y="8090"/>
                  <a:pt x="3044" y="7955"/>
                  <a:pt x="3044" y="7798"/>
                </a:cubicBezTo>
                <a:lnTo>
                  <a:pt x="3044" y="5325"/>
                </a:lnTo>
                <a:lnTo>
                  <a:pt x="570" y="5325"/>
                </a:lnTo>
                <a:cubicBezTo>
                  <a:pt x="412" y="5325"/>
                  <a:pt x="277" y="5270"/>
                  <a:pt x="167" y="5159"/>
                </a:cubicBezTo>
                <a:cubicBezTo>
                  <a:pt x="55" y="5048"/>
                  <a:pt x="0" y="4913"/>
                  <a:pt x="0" y="4755"/>
                </a:cubicBezTo>
                <a:lnTo>
                  <a:pt x="0" y="3614"/>
                </a:lnTo>
                <a:cubicBezTo>
                  <a:pt x="0" y="3455"/>
                  <a:pt x="55" y="3320"/>
                  <a:pt x="167" y="3210"/>
                </a:cubicBezTo>
                <a:cubicBezTo>
                  <a:pt x="278" y="3099"/>
                  <a:pt x="413" y="3044"/>
                  <a:pt x="570" y="3044"/>
                </a:cubicBezTo>
                <a:lnTo>
                  <a:pt x="3043" y="3044"/>
                </a:lnTo>
                <a:lnTo>
                  <a:pt x="3043" y="570"/>
                </a:lnTo>
                <a:cubicBezTo>
                  <a:pt x="3043" y="412"/>
                  <a:pt x="3098" y="277"/>
                  <a:pt x="3209" y="167"/>
                </a:cubicBezTo>
                <a:cubicBezTo>
                  <a:pt x="3320" y="55"/>
                  <a:pt x="3455" y="0"/>
                  <a:pt x="3613" y="0"/>
                </a:cubicBezTo>
                <a:lnTo>
                  <a:pt x="4754" y="0"/>
                </a:lnTo>
                <a:cubicBezTo>
                  <a:pt x="4913" y="0"/>
                  <a:pt x="5048" y="55"/>
                  <a:pt x="5158" y="167"/>
                </a:cubicBezTo>
                <a:cubicBezTo>
                  <a:pt x="5269" y="278"/>
                  <a:pt x="5324" y="413"/>
                  <a:pt x="5324" y="570"/>
                </a:cubicBezTo>
                <a:lnTo>
                  <a:pt x="5324" y="3043"/>
                </a:lnTo>
                <a:lnTo>
                  <a:pt x="7797" y="3043"/>
                </a:lnTo>
                <a:cubicBezTo>
                  <a:pt x="7955" y="3043"/>
                  <a:pt x="8090" y="3098"/>
                  <a:pt x="8200" y="3209"/>
                </a:cubicBezTo>
                <a:cubicBezTo>
                  <a:pt x="8313" y="3320"/>
                  <a:pt x="8368" y="3455"/>
                  <a:pt x="8368" y="36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p:cNvSpPr txBox="1"/>
          <p:nvPr/>
        </p:nvSpPr>
        <p:spPr>
          <a:xfrm>
            <a:off x="6907275" y="2784900"/>
            <a:ext cx="1107997"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研究</a:t>
            </a:r>
            <a:endParaRPr kumimoji="0" lang="en-US" altLang="zh-CN" sz="24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材料一</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17" name="文本框 16"/>
          <p:cNvSpPr txBox="1"/>
          <p:nvPr/>
        </p:nvSpPr>
        <p:spPr>
          <a:xfrm>
            <a:off x="10049700" y="2784900"/>
            <a:ext cx="1109599"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研究</a:t>
            </a:r>
            <a:endParaRPr kumimoji="0" lang="en-US" altLang="zh-CN" sz="2400" b="1"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材料二</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18" name="左大括号 17"/>
          <p:cNvSpPr/>
          <p:nvPr/>
        </p:nvSpPr>
        <p:spPr>
          <a:xfrm rot="5400000" flipH="1" flipV="1">
            <a:off x="8736749" y="2763846"/>
            <a:ext cx="604929" cy="3242023"/>
          </a:xfrm>
          <a:prstGeom prst="leftBrace">
            <a:avLst>
              <a:gd name="adj1" fmla="val 100579"/>
              <a:gd name="adj2" fmla="val 50000"/>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圆角 18"/>
          <p:cNvSpPr/>
          <p:nvPr/>
        </p:nvSpPr>
        <p:spPr>
          <a:xfrm>
            <a:off x="7724763" y="4917181"/>
            <a:ext cx="2628900" cy="43180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accent1"/>
                </a:solidFill>
                <a:latin typeface="+mj-ea"/>
                <a:ea typeface="+mj-ea"/>
              </a:rPr>
              <a:t>关键步骤</a:t>
            </a:r>
            <a:endParaRPr lang="zh-CN" altLang="en-US" b="1" dirty="0">
              <a:solidFill>
                <a:schemeClr val="accent1"/>
              </a:solidFill>
              <a:latin typeface="+mj-ea"/>
              <a:ea typeface="+mj-ea"/>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研究思路</a:t>
            </a:r>
            <a:endParaRPr lang="zh-CN" altLang="en-US" dirty="0"/>
          </a:p>
        </p:txBody>
      </p:sp>
      <p:cxnSp>
        <p:nvCxnSpPr>
          <p:cNvPr id="33" name="直接连接符 32"/>
          <p:cNvCxnSpPr/>
          <p:nvPr/>
        </p:nvCxnSpPr>
        <p:spPr>
          <a:xfrm flipV="1">
            <a:off x="3554601" y="4158794"/>
            <a:ext cx="0" cy="2120672"/>
          </a:xfrm>
          <a:prstGeom prst="line">
            <a:avLst/>
          </a:prstGeom>
          <a:ln>
            <a:prstDash val="lgDash"/>
            <a:head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462901" y="1498600"/>
            <a:ext cx="0" cy="2120672"/>
          </a:xfrm>
          <a:prstGeom prst="line">
            <a:avLst/>
          </a:prstGeom>
          <a:ln>
            <a:prstDash val="lgDash"/>
            <a:headEnd type="ova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0901" y="1498600"/>
            <a:ext cx="0" cy="2120672"/>
          </a:xfrm>
          <a:prstGeom prst="line">
            <a:avLst/>
          </a:prstGeom>
          <a:ln>
            <a:prstDash val="lgDash"/>
            <a:headEnd type="oval"/>
          </a:ln>
        </p:spPr>
        <p:style>
          <a:lnRef idx="1">
            <a:schemeClr val="accent1"/>
          </a:lnRef>
          <a:fillRef idx="0">
            <a:schemeClr val="accent1"/>
          </a:fillRef>
          <a:effectRef idx="0">
            <a:schemeClr val="accent1"/>
          </a:effectRef>
          <a:fontRef idx="minor">
            <a:schemeClr val="tx1"/>
          </a:fontRef>
        </p:style>
      </p:cxnSp>
      <p:sp>
        <p:nvSpPr>
          <p:cNvPr id="4" name="任意多边形: 形状 3"/>
          <p:cNvSpPr/>
          <p:nvPr/>
        </p:nvSpPr>
        <p:spPr>
          <a:xfrm>
            <a:off x="620901" y="3689122"/>
            <a:ext cx="11173132" cy="317500"/>
          </a:xfrm>
          <a:custGeom>
            <a:avLst/>
            <a:gdLst>
              <a:gd name="connsiteX0" fmla="*/ 0 w 9690100"/>
              <a:gd name="connsiteY0" fmla="*/ 0 h 317500"/>
              <a:gd name="connsiteX1" fmla="*/ 3079750 w 9690100"/>
              <a:gd name="connsiteY1" fmla="*/ 0 h 317500"/>
              <a:gd name="connsiteX2" fmla="*/ 6769100 w 9690100"/>
              <a:gd name="connsiteY2" fmla="*/ 0 h 317500"/>
              <a:gd name="connsiteX3" fmla="*/ 9531350 w 9690100"/>
              <a:gd name="connsiteY3" fmla="*/ 0 h 317500"/>
              <a:gd name="connsiteX4" fmla="*/ 9690100 w 9690100"/>
              <a:gd name="connsiteY4" fmla="*/ 158750 h 317500"/>
              <a:gd name="connsiteX5" fmla="*/ 9531350 w 9690100"/>
              <a:gd name="connsiteY5" fmla="*/ 317500 h 317500"/>
              <a:gd name="connsiteX6" fmla="*/ 6769100 w 9690100"/>
              <a:gd name="connsiteY6" fmla="*/ 317500 h 317500"/>
              <a:gd name="connsiteX7" fmla="*/ 3079750 w 9690100"/>
              <a:gd name="connsiteY7" fmla="*/ 317500 h 317500"/>
              <a:gd name="connsiteX8" fmla="*/ 0 w 9690100"/>
              <a:gd name="connsiteY8" fmla="*/ 317500 h 31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90100" h="317500">
                <a:moveTo>
                  <a:pt x="0" y="0"/>
                </a:moveTo>
                <a:lnTo>
                  <a:pt x="3079750" y="0"/>
                </a:lnTo>
                <a:lnTo>
                  <a:pt x="6769100" y="0"/>
                </a:lnTo>
                <a:lnTo>
                  <a:pt x="9531350" y="0"/>
                </a:lnTo>
                <a:cubicBezTo>
                  <a:pt x="9619025" y="0"/>
                  <a:pt x="9690100" y="71075"/>
                  <a:pt x="9690100" y="158750"/>
                </a:cubicBezTo>
                <a:cubicBezTo>
                  <a:pt x="9690100" y="246425"/>
                  <a:pt x="9619025" y="317500"/>
                  <a:pt x="9531350" y="317500"/>
                </a:cubicBezTo>
                <a:lnTo>
                  <a:pt x="6769100" y="317500"/>
                </a:lnTo>
                <a:lnTo>
                  <a:pt x="3079750" y="317500"/>
                </a:lnTo>
                <a:lnTo>
                  <a:pt x="0" y="31750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0" name="组合 19"/>
          <p:cNvGrpSpPr/>
          <p:nvPr/>
        </p:nvGrpSpPr>
        <p:grpSpPr>
          <a:xfrm>
            <a:off x="315645" y="3536950"/>
            <a:ext cx="621844" cy="621844"/>
            <a:chOff x="723900" y="3282950"/>
            <a:chExt cx="621844" cy="621844"/>
          </a:xfrm>
        </p:grpSpPr>
        <p:sp>
          <p:nvSpPr>
            <p:cNvPr id="7" name="椭圆 6"/>
            <p:cNvSpPr/>
            <p:nvPr/>
          </p:nvSpPr>
          <p:spPr>
            <a:xfrm>
              <a:off x="723900" y="3282950"/>
              <a:ext cx="621844" cy="621844"/>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06222" y="3365272"/>
              <a:ext cx="457200" cy="457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矩形: 圆角 17"/>
          <p:cNvSpPr/>
          <p:nvPr/>
        </p:nvSpPr>
        <p:spPr>
          <a:xfrm>
            <a:off x="780791" y="1384300"/>
            <a:ext cx="1312854" cy="46967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j-ea"/>
                <a:ea typeface="+mj-ea"/>
              </a:rPr>
              <a:t>STEP 1</a:t>
            </a:r>
            <a:endParaRPr lang="zh-CN" altLang="en-US" b="1" dirty="0">
              <a:latin typeface="+mj-ea"/>
              <a:ea typeface="+mj-ea"/>
            </a:endParaRPr>
          </a:p>
        </p:txBody>
      </p:sp>
      <p:sp>
        <p:nvSpPr>
          <p:cNvPr id="19" name="文本框 18"/>
          <p:cNvSpPr txBox="1"/>
          <p:nvPr/>
        </p:nvSpPr>
        <p:spPr>
          <a:xfrm>
            <a:off x="780790" y="2006144"/>
            <a:ext cx="2341550" cy="1343125"/>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a:t>
            </a:r>
            <a:endParaRPr lang="zh-CN" altLang="en-US" sz="1600" dirty="0"/>
          </a:p>
        </p:txBody>
      </p:sp>
      <p:grpSp>
        <p:nvGrpSpPr>
          <p:cNvPr id="21" name="组合 20"/>
          <p:cNvGrpSpPr/>
          <p:nvPr/>
        </p:nvGrpSpPr>
        <p:grpSpPr>
          <a:xfrm>
            <a:off x="3244108" y="3536950"/>
            <a:ext cx="621844" cy="621844"/>
            <a:chOff x="723900" y="3282950"/>
            <a:chExt cx="621844" cy="621844"/>
          </a:xfrm>
        </p:grpSpPr>
        <p:sp>
          <p:nvSpPr>
            <p:cNvPr id="22" name="椭圆 21"/>
            <p:cNvSpPr/>
            <p:nvPr/>
          </p:nvSpPr>
          <p:spPr>
            <a:xfrm>
              <a:off x="723900" y="3282950"/>
              <a:ext cx="621844" cy="621844"/>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06222" y="3365272"/>
              <a:ext cx="457200" cy="457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6172571" y="3536950"/>
            <a:ext cx="621844" cy="621844"/>
            <a:chOff x="723900" y="3282950"/>
            <a:chExt cx="621844" cy="621844"/>
          </a:xfrm>
        </p:grpSpPr>
        <p:sp>
          <p:nvSpPr>
            <p:cNvPr id="25" name="椭圆 24"/>
            <p:cNvSpPr/>
            <p:nvPr/>
          </p:nvSpPr>
          <p:spPr>
            <a:xfrm>
              <a:off x="723900" y="3282950"/>
              <a:ext cx="621844" cy="621844"/>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806222" y="3365272"/>
              <a:ext cx="457200" cy="457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9101034" y="3536950"/>
            <a:ext cx="621844" cy="621844"/>
            <a:chOff x="723900" y="3282950"/>
            <a:chExt cx="621844" cy="621844"/>
          </a:xfrm>
        </p:grpSpPr>
        <p:sp>
          <p:nvSpPr>
            <p:cNvPr id="28" name="椭圆 27"/>
            <p:cNvSpPr/>
            <p:nvPr/>
          </p:nvSpPr>
          <p:spPr>
            <a:xfrm>
              <a:off x="723900" y="3282950"/>
              <a:ext cx="621844" cy="621844"/>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806222" y="3365272"/>
              <a:ext cx="457200" cy="4572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圆角 30"/>
          <p:cNvSpPr/>
          <p:nvPr/>
        </p:nvSpPr>
        <p:spPr>
          <a:xfrm>
            <a:off x="6622791" y="1384300"/>
            <a:ext cx="1312854" cy="46967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j-ea"/>
                <a:ea typeface="+mj-ea"/>
              </a:rPr>
              <a:t>STEP 3</a:t>
            </a:r>
            <a:endParaRPr lang="zh-CN" altLang="en-US" b="1" dirty="0">
              <a:latin typeface="+mj-ea"/>
              <a:ea typeface="+mj-ea"/>
            </a:endParaRPr>
          </a:p>
        </p:txBody>
      </p:sp>
      <p:sp>
        <p:nvSpPr>
          <p:cNvPr id="32" name="文本框 31"/>
          <p:cNvSpPr txBox="1"/>
          <p:nvPr/>
        </p:nvSpPr>
        <p:spPr>
          <a:xfrm>
            <a:off x="6622790" y="2006144"/>
            <a:ext cx="2341550" cy="1343125"/>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a:t>
            </a:r>
            <a:endParaRPr lang="zh-CN" altLang="en-US" sz="1600" dirty="0"/>
          </a:p>
        </p:txBody>
      </p:sp>
      <p:sp>
        <p:nvSpPr>
          <p:cNvPr id="34" name="矩形: 圆角 33"/>
          <p:cNvSpPr/>
          <p:nvPr/>
        </p:nvSpPr>
        <p:spPr>
          <a:xfrm>
            <a:off x="3705507" y="4410403"/>
            <a:ext cx="1312854" cy="46967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j-ea"/>
                <a:ea typeface="+mj-ea"/>
              </a:rPr>
              <a:t>STEP 2</a:t>
            </a:r>
            <a:endParaRPr lang="zh-CN" altLang="en-US" b="1" dirty="0">
              <a:latin typeface="+mj-ea"/>
              <a:ea typeface="+mj-ea"/>
            </a:endParaRPr>
          </a:p>
        </p:txBody>
      </p:sp>
      <p:sp>
        <p:nvSpPr>
          <p:cNvPr id="35" name="文本框 34"/>
          <p:cNvSpPr txBox="1"/>
          <p:nvPr/>
        </p:nvSpPr>
        <p:spPr>
          <a:xfrm>
            <a:off x="3705506" y="5032247"/>
            <a:ext cx="2341550" cy="1343125"/>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a:t>
            </a:r>
            <a:endParaRPr lang="zh-CN" altLang="en-US" sz="1600" dirty="0"/>
          </a:p>
        </p:txBody>
      </p:sp>
      <p:cxnSp>
        <p:nvCxnSpPr>
          <p:cNvPr id="36" name="直接连接符 35"/>
          <p:cNvCxnSpPr/>
          <p:nvPr/>
        </p:nvCxnSpPr>
        <p:spPr>
          <a:xfrm flipV="1">
            <a:off x="9383901" y="4158794"/>
            <a:ext cx="0" cy="2120672"/>
          </a:xfrm>
          <a:prstGeom prst="line">
            <a:avLst/>
          </a:prstGeom>
          <a:ln>
            <a:prstDash val="lgDash"/>
            <a:headEnd type="oval"/>
          </a:ln>
        </p:spPr>
        <p:style>
          <a:lnRef idx="1">
            <a:schemeClr val="accent1"/>
          </a:lnRef>
          <a:fillRef idx="0">
            <a:schemeClr val="accent1"/>
          </a:fillRef>
          <a:effectRef idx="0">
            <a:schemeClr val="accent1"/>
          </a:effectRef>
          <a:fontRef idx="minor">
            <a:schemeClr val="tx1"/>
          </a:fontRef>
        </p:style>
      </p:cxnSp>
      <p:sp>
        <p:nvSpPr>
          <p:cNvPr id="37" name="矩形: 圆角 36"/>
          <p:cNvSpPr/>
          <p:nvPr/>
        </p:nvSpPr>
        <p:spPr>
          <a:xfrm>
            <a:off x="9534807" y="4410403"/>
            <a:ext cx="1312854" cy="469672"/>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j-ea"/>
                <a:ea typeface="+mj-ea"/>
              </a:rPr>
              <a:t>STEP 2</a:t>
            </a:r>
            <a:endParaRPr lang="zh-CN" altLang="en-US" b="1" dirty="0">
              <a:latin typeface="+mj-ea"/>
              <a:ea typeface="+mj-ea"/>
            </a:endParaRPr>
          </a:p>
        </p:txBody>
      </p:sp>
      <p:sp>
        <p:nvSpPr>
          <p:cNvPr id="38" name="文本框 37"/>
          <p:cNvSpPr txBox="1"/>
          <p:nvPr/>
        </p:nvSpPr>
        <p:spPr>
          <a:xfrm>
            <a:off x="9534806" y="5032247"/>
            <a:ext cx="2341550" cy="1343125"/>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a:t>
            </a:r>
            <a:endParaRPr lang="zh-CN" alt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095500" y="2336800"/>
            <a:ext cx="2184400" cy="21844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2252301" y="2493601"/>
            <a:ext cx="1870798" cy="1870798"/>
          </a:xfrm>
          <a:prstGeom prst="ellipse">
            <a:avLst/>
          </a:prstGeom>
          <a:gradFill flip="none" rotWithShape="1">
            <a:gsLst>
              <a:gs pos="0">
                <a:schemeClr val="accent1"/>
              </a:gs>
              <a:gs pos="100000">
                <a:schemeClr val="accent1">
                  <a:lumMod val="88000"/>
                  <a:lumOff val="12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430120" y="2705725"/>
            <a:ext cx="1515158" cy="1446550"/>
          </a:xfrm>
          <a:prstGeom prst="rect">
            <a:avLst/>
          </a:prstGeom>
          <a:noFill/>
        </p:spPr>
        <p:txBody>
          <a:bodyPr wrap="none" rtlCol="0">
            <a:spAutoFit/>
          </a:bodyPr>
          <a:lstStyle/>
          <a:p>
            <a:pPr algn="ctr"/>
            <a:r>
              <a:rPr lang="en-US" altLang="zh-CN" sz="8800" b="1" dirty="0">
                <a:solidFill>
                  <a:schemeClr val="bg1"/>
                </a:solidFill>
                <a:latin typeface="思源黑体 CN" panose="020B0800000000000000" pitchFamily="34" charset="-122"/>
                <a:ea typeface="+mj-ea"/>
              </a:rPr>
              <a:t>04</a:t>
            </a:r>
            <a:endParaRPr lang="zh-CN" altLang="en-US" sz="8800" b="1" dirty="0">
              <a:solidFill>
                <a:schemeClr val="bg1"/>
              </a:solidFill>
              <a:latin typeface="思源黑体 CN" panose="020B0800000000000000" pitchFamily="34" charset="-122"/>
              <a:ea typeface="+mj-ea"/>
            </a:endParaRPr>
          </a:p>
        </p:txBody>
      </p:sp>
      <p:sp>
        <p:nvSpPr>
          <p:cNvPr id="109" name="文本框 108"/>
          <p:cNvSpPr txBox="1"/>
          <p:nvPr/>
        </p:nvSpPr>
        <p:spPr>
          <a:xfrm>
            <a:off x="482861" y="865251"/>
            <a:ext cx="1200329" cy="5127494"/>
          </a:xfrm>
          <a:prstGeom prst="rect">
            <a:avLst/>
          </a:prstGeom>
          <a:noFill/>
        </p:spPr>
        <p:txBody>
          <a:bodyPr vert="eaVert" wrap="none" rtlCol="0">
            <a:spAutoFit/>
          </a:bodyPr>
          <a:lstStyle/>
          <a:p>
            <a:pPr algn="ctr"/>
            <a:r>
              <a:rPr lang="en-US" altLang="zh-CN" sz="6600" b="1" spc="300" dirty="0">
                <a:ln>
                  <a:solidFill>
                    <a:schemeClr val="bg1"/>
                  </a:solidFill>
                </a:ln>
                <a:noFill/>
                <a:latin typeface="思源黑体 CN" panose="020B0800000000000000" pitchFamily="34" charset="-122"/>
              </a:rPr>
              <a:t>PART FOUR</a:t>
            </a:r>
            <a:endParaRPr lang="zh-CN" altLang="en-US" sz="6600" b="1" spc="300" dirty="0">
              <a:ln>
                <a:solidFill>
                  <a:schemeClr val="bg1"/>
                </a:solidFill>
              </a:ln>
              <a:noFill/>
              <a:latin typeface="思源黑体 CN" panose="020B0800000000000000" pitchFamily="34" charset="-122"/>
            </a:endParaRPr>
          </a:p>
        </p:txBody>
      </p:sp>
      <p:sp>
        <p:nvSpPr>
          <p:cNvPr id="113" name="文本框 112"/>
          <p:cNvSpPr txBox="1"/>
          <p:nvPr/>
        </p:nvSpPr>
        <p:spPr>
          <a:xfrm>
            <a:off x="5928490" y="2243595"/>
            <a:ext cx="5006499" cy="769441"/>
          </a:xfrm>
          <a:prstGeom prst="rect">
            <a:avLst/>
          </a:prstGeom>
          <a:noFill/>
        </p:spPr>
        <p:txBody>
          <a:bodyPr wrap="none" rtlCol="0" anchor="ctr">
            <a:spAutoFit/>
          </a:bodyPr>
          <a:lstStyle/>
          <a:p>
            <a:pPr lvl="0">
              <a:buSzPct val="100000"/>
              <a:defRPr/>
            </a:pPr>
            <a:r>
              <a:rPr lang="zh-CN" altLang="en-US" sz="4400" b="1" spc="300" noProof="1">
                <a:solidFill>
                  <a:schemeClr val="accent1"/>
                </a:solidFill>
                <a:latin typeface="+mj-ea"/>
                <a:ea typeface="+mj-ea"/>
              </a:rPr>
              <a:t>研究难点与创新点</a:t>
            </a:r>
            <a:endParaRPr lang="zh-CN" altLang="en-US" sz="4400" b="1" spc="300" noProof="1">
              <a:solidFill>
                <a:schemeClr val="accent1"/>
              </a:solidFill>
              <a:latin typeface="+mj-ea"/>
              <a:ea typeface="+mj-ea"/>
            </a:endParaRPr>
          </a:p>
        </p:txBody>
      </p:sp>
      <p:sp>
        <p:nvSpPr>
          <p:cNvPr id="117" name="文本框 116"/>
          <p:cNvSpPr txBox="1"/>
          <p:nvPr/>
        </p:nvSpPr>
        <p:spPr>
          <a:xfrm>
            <a:off x="5928490" y="2989410"/>
            <a:ext cx="4004622" cy="369332"/>
          </a:xfrm>
          <a:prstGeom prst="rect">
            <a:avLst/>
          </a:prstGeom>
          <a:noFill/>
        </p:spPr>
        <p:txBody>
          <a:bodyPr wrap="none">
            <a:spAutoFit/>
          </a:bodyPr>
          <a:lstStyle/>
          <a:p>
            <a:r>
              <a:rPr lang="en-US" altLang="zh-CN" spc="300" dirty="0">
                <a:solidFill>
                  <a:schemeClr val="tx1">
                    <a:lumMod val="75000"/>
                    <a:lumOff val="25000"/>
                  </a:schemeClr>
                </a:solidFill>
              </a:rPr>
              <a:t>Difficulties and innovations</a:t>
            </a:r>
            <a:endParaRPr lang="en-US" altLang="zh-CN" spc="300" dirty="0">
              <a:solidFill>
                <a:schemeClr val="tx1">
                  <a:lumMod val="75000"/>
                  <a:lumOff val="25000"/>
                </a:schemeClr>
              </a:solidFill>
            </a:endParaRPr>
          </a:p>
        </p:txBody>
      </p:sp>
      <p:cxnSp>
        <p:nvCxnSpPr>
          <p:cNvPr id="120" name="直接连接符 119"/>
          <p:cNvCxnSpPr/>
          <p:nvPr/>
        </p:nvCxnSpPr>
        <p:spPr>
          <a:xfrm>
            <a:off x="5950760" y="3424015"/>
            <a:ext cx="4831540"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7682175" y="3758851"/>
            <a:ext cx="1499128" cy="1255665"/>
          </a:xfrm>
          <a:prstGeom prst="rect">
            <a:avLst/>
          </a:prstGeom>
          <a:noFill/>
        </p:spPr>
        <p:txBody>
          <a:bodyPr wrap="none" rtlCol="0">
            <a:spAutoFit/>
          </a:bodyPr>
          <a:lstStyle/>
          <a:p>
            <a:pPr marL="285750" indent="-285750">
              <a:lnSpc>
                <a:spcPct val="130000"/>
              </a:lnSpc>
              <a:buClr>
                <a:schemeClr val="accent1"/>
              </a:buClr>
              <a:buFont typeface="Wingdings" panose="05000000000000000000" pitchFamily="2" charset="2"/>
              <a:buChar char="n"/>
            </a:pPr>
            <a:r>
              <a:rPr lang="zh-CN" altLang="en-US" sz="2000" dirty="0"/>
              <a:t>研究难点</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解决方案</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创新点</a:t>
            </a:r>
            <a:endParaRPr lang="zh-CN" altLang="en-US" sz="2000" dirty="0"/>
          </a:p>
        </p:txBody>
      </p:sp>
      <p:grpSp>
        <p:nvGrpSpPr>
          <p:cNvPr id="126" name="组合 125"/>
          <p:cNvGrpSpPr/>
          <p:nvPr/>
        </p:nvGrpSpPr>
        <p:grpSpPr>
          <a:xfrm>
            <a:off x="11093753" y="6274833"/>
            <a:ext cx="723900" cy="326768"/>
            <a:chOff x="11093753" y="6274833"/>
            <a:chExt cx="723900" cy="326768"/>
          </a:xfrm>
        </p:grpSpPr>
        <p:sp>
          <p:nvSpPr>
            <p:cNvPr id="123" name="矩形: 圆角 122"/>
            <p:cNvSpPr/>
            <p:nvPr/>
          </p:nvSpPr>
          <p:spPr>
            <a:xfrm>
              <a:off x="11093753" y="6479280"/>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1340493" y="6274833"/>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研究难点</a:t>
            </a:r>
            <a:endParaRPr lang="zh-CN" altLang="en-US" dirty="0"/>
          </a:p>
        </p:txBody>
      </p:sp>
      <p:sp>
        <p:nvSpPr>
          <p:cNvPr id="2" name="椭圆 1"/>
          <p:cNvSpPr/>
          <p:nvPr/>
        </p:nvSpPr>
        <p:spPr>
          <a:xfrm>
            <a:off x="4348256" y="2194405"/>
            <a:ext cx="3332790" cy="3332790"/>
          </a:xfrm>
          <a:prstGeom prst="ellipse">
            <a:avLst/>
          </a:prstGeom>
          <a:solidFill>
            <a:schemeClr val="accent1">
              <a:alpha val="15000"/>
            </a:schemeClr>
          </a:solidFill>
          <a:ln w="6350" cmpd="sng">
            <a:no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ea"/>
                <a:cs typeface="+mn-cs"/>
              </a:rPr>
              <a:t>90</a:t>
            </a:r>
            <a:endParaRPr kumimoji="0" lang="zh-CN" altLang="en-US" sz="1800" b="0" i="0" u="none" strike="noStrike" kern="1200" cap="none" spc="0" normalizeH="0" baseline="0" noProof="0" dirty="0">
              <a:ln>
                <a:noFill/>
              </a:ln>
              <a:solidFill>
                <a:schemeClr val="tx1"/>
              </a:solidFill>
              <a:effectLst/>
              <a:uLnTx/>
              <a:uFillTx/>
              <a:latin typeface="+mn-ea"/>
              <a:cs typeface="+mn-cs"/>
            </a:endParaRPr>
          </a:p>
        </p:txBody>
      </p:sp>
      <p:sp>
        <p:nvSpPr>
          <p:cNvPr id="3" name="椭圆 2"/>
          <p:cNvSpPr/>
          <p:nvPr/>
        </p:nvSpPr>
        <p:spPr>
          <a:xfrm>
            <a:off x="3652079" y="1498229"/>
            <a:ext cx="4725144" cy="4725142"/>
          </a:xfrm>
          <a:prstGeom prst="ellipse">
            <a:avLst/>
          </a:prstGeom>
          <a:noFill/>
          <a:ln w="952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 name="椭圆 3"/>
          <p:cNvSpPr/>
          <p:nvPr/>
        </p:nvSpPr>
        <p:spPr>
          <a:xfrm>
            <a:off x="4599677" y="2445826"/>
            <a:ext cx="2829948" cy="2829948"/>
          </a:xfrm>
          <a:prstGeom prst="ellipse">
            <a:avLst/>
          </a:prstGeom>
          <a:solidFill>
            <a:schemeClr val="accent1">
              <a:alpha val="15000"/>
            </a:schemeClr>
          </a:solidFill>
          <a:ln w="6350" cmpd="sng">
            <a:no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5" name="椭圆 4"/>
          <p:cNvSpPr/>
          <p:nvPr/>
        </p:nvSpPr>
        <p:spPr>
          <a:xfrm>
            <a:off x="4745385" y="2591534"/>
            <a:ext cx="2538532" cy="2538532"/>
          </a:xfrm>
          <a:prstGeom prst="ellipse">
            <a:avLst/>
          </a:prstGeom>
          <a:gradFill>
            <a:gsLst>
              <a:gs pos="0">
                <a:schemeClr val="accent1">
                  <a:lumMod val="90000"/>
                  <a:lumOff val="10000"/>
                </a:schemeClr>
              </a:gs>
              <a:gs pos="100000">
                <a:schemeClr val="accent1">
                  <a:lumMod val="75000"/>
                </a:schemeClr>
              </a:gs>
            </a:gsLst>
            <a:lin ang="5400000" scaled="1"/>
          </a:gradFill>
          <a:ln>
            <a:noFill/>
          </a:ln>
          <a:effectLst>
            <a:innerShdw blurRad="355600">
              <a:schemeClr val="accent1">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 name="矩形 5"/>
          <p:cNvSpPr/>
          <p:nvPr/>
        </p:nvSpPr>
        <p:spPr>
          <a:xfrm>
            <a:off x="2189438" y="1790127"/>
            <a:ext cx="1467068" cy="400110"/>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输入小标题</a:t>
            </a:r>
            <a:endParaRPr kumimoji="0" lang="en-US" altLang="zh-CN"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7" name="矩形 6"/>
          <p:cNvSpPr/>
          <p:nvPr/>
        </p:nvSpPr>
        <p:spPr>
          <a:xfrm>
            <a:off x="750678" y="2169496"/>
            <a:ext cx="2891936" cy="702949"/>
          </a:xfrm>
          <a:prstGeom prst="rect">
            <a:avLst/>
          </a:prstGeom>
        </p:spPr>
        <p:txBody>
          <a:bodyPr wrap="square">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8" name="矩形 7"/>
          <p:cNvSpPr/>
          <p:nvPr/>
        </p:nvSpPr>
        <p:spPr>
          <a:xfrm>
            <a:off x="1678660" y="3403319"/>
            <a:ext cx="1467069" cy="400110"/>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输入小标题</a:t>
            </a:r>
            <a:endParaRPr kumimoji="0" lang="en-US" altLang="zh-CN"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9" name="矩形 8"/>
          <p:cNvSpPr/>
          <p:nvPr/>
        </p:nvSpPr>
        <p:spPr>
          <a:xfrm>
            <a:off x="871721" y="3782688"/>
            <a:ext cx="2260116" cy="702949"/>
          </a:xfrm>
          <a:prstGeom prst="rect">
            <a:avLst/>
          </a:prstGeom>
        </p:spPr>
        <p:txBody>
          <a:bodyPr wrap="square">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这里输入正文内容这里输入正文内容这里输入</a:t>
            </a:r>
            <a:endParaRPr kumimoji="0" lang="zh-CN" altLang="en-US" sz="1600" b="0" i="0" u="none" strike="noStrike" kern="1200" cap="none" spc="0" normalizeH="0" baseline="0" noProof="0" dirty="0">
              <a:ln>
                <a:noFill/>
              </a:ln>
              <a:effectLst/>
              <a:uLnTx/>
              <a:uFillTx/>
              <a:latin typeface="+mn-ea"/>
              <a:cs typeface="+mn-cs"/>
            </a:endParaRPr>
          </a:p>
        </p:txBody>
      </p:sp>
      <p:sp>
        <p:nvSpPr>
          <p:cNvPr id="10" name="矩形 9"/>
          <p:cNvSpPr/>
          <p:nvPr/>
        </p:nvSpPr>
        <p:spPr>
          <a:xfrm>
            <a:off x="2189437" y="4927319"/>
            <a:ext cx="1467069" cy="400110"/>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输入小标题</a:t>
            </a:r>
            <a:endParaRPr kumimoji="0" lang="en-US" altLang="zh-CN"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11" name="矩形 10"/>
          <p:cNvSpPr/>
          <p:nvPr/>
        </p:nvSpPr>
        <p:spPr>
          <a:xfrm>
            <a:off x="750678" y="5306688"/>
            <a:ext cx="2891936" cy="702949"/>
          </a:xfrm>
          <a:prstGeom prst="rect">
            <a:avLst/>
          </a:prstGeom>
        </p:spPr>
        <p:txBody>
          <a:bodyPr wrap="square">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12" name="矩形 11"/>
          <p:cNvSpPr/>
          <p:nvPr/>
        </p:nvSpPr>
        <p:spPr>
          <a:xfrm>
            <a:off x="8432270" y="4927319"/>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输入小标题</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13" name="矩形 12"/>
          <p:cNvSpPr/>
          <p:nvPr/>
        </p:nvSpPr>
        <p:spPr>
          <a:xfrm>
            <a:off x="8418378" y="5306688"/>
            <a:ext cx="2891936" cy="702949"/>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14" name="矩形 13"/>
          <p:cNvSpPr/>
          <p:nvPr/>
        </p:nvSpPr>
        <p:spPr>
          <a:xfrm>
            <a:off x="8418378" y="1790127"/>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输入小标题</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15" name="矩形 14"/>
          <p:cNvSpPr/>
          <p:nvPr/>
        </p:nvSpPr>
        <p:spPr>
          <a:xfrm>
            <a:off x="8418378" y="2169496"/>
            <a:ext cx="2891936" cy="702949"/>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17" name="矩形 16"/>
          <p:cNvSpPr/>
          <p:nvPr/>
        </p:nvSpPr>
        <p:spPr>
          <a:xfrm>
            <a:off x="8887358" y="3403319"/>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输入小标题</a:t>
            </a:r>
            <a:endParaRPr kumimoji="0" lang="zh-CN" altLang="en-US" sz="2000" b="1" i="0" u="none" strike="noStrike" kern="1200" cap="none" spc="0" normalizeH="0" baseline="0" noProof="0" dirty="0">
              <a:ln>
                <a:noFill/>
              </a:ln>
              <a:solidFill>
                <a:schemeClr val="accent1"/>
              </a:solidFill>
              <a:effectLst/>
              <a:uLnTx/>
              <a:uFillTx/>
              <a:latin typeface="+mj-ea"/>
              <a:ea typeface="+mj-ea"/>
              <a:cs typeface="+mn-cs"/>
            </a:endParaRPr>
          </a:p>
        </p:txBody>
      </p:sp>
      <p:sp>
        <p:nvSpPr>
          <p:cNvPr id="18" name="矩形 17"/>
          <p:cNvSpPr/>
          <p:nvPr/>
        </p:nvSpPr>
        <p:spPr>
          <a:xfrm>
            <a:off x="8887358" y="3782688"/>
            <a:ext cx="2553964" cy="702949"/>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这里输入正文内容这里输入正文内容这里输入正文</a:t>
            </a:r>
            <a:endParaRPr kumimoji="0" lang="zh-CN" altLang="en-US" sz="1600" b="0" i="0" u="none" strike="noStrike" kern="1200" cap="none" spc="0" normalizeH="0" baseline="0" noProof="0" dirty="0">
              <a:ln>
                <a:noFill/>
              </a:ln>
              <a:effectLst/>
              <a:uLnTx/>
              <a:uFillTx/>
              <a:latin typeface="+mn-ea"/>
              <a:cs typeface="+mn-cs"/>
            </a:endParaRPr>
          </a:p>
        </p:txBody>
      </p:sp>
      <p:sp>
        <p:nvSpPr>
          <p:cNvPr id="19" name="椭圆 18"/>
          <p:cNvSpPr/>
          <p:nvPr/>
        </p:nvSpPr>
        <p:spPr>
          <a:xfrm>
            <a:off x="3245401" y="3500493"/>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03</a:t>
            </a:r>
            <a:endParaRPr lang="zh-CN" altLang="en-US" sz="2400" b="1" dirty="0">
              <a:solidFill>
                <a:schemeClr val="accent1"/>
              </a:solidFill>
              <a:latin typeface="+mj-ea"/>
              <a:ea typeface="+mj-ea"/>
            </a:endParaRPr>
          </a:p>
        </p:txBody>
      </p:sp>
      <p:sp>
        <p:nvSpPr>
          <p:cNvPr id="20" name="椭圆 19"/>
          <p:cNvSpPr/>
          <p:nvPr/>
        </p:nvSpPr>
        <p:spPr>
          <a:xfrm>
            <a:off x="7974093" y="3500493"/>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04</a:t>
            </a:r>
            <a:endParaRPr lang="zh-CN" altLang="en-US" sz="2400" b="1" dirty="0">
              <a:solidFill>
                <a:schemeClr val="accent1"/>
              </a:solidFill>
              <a:latin typeface="+mj-ea"/>
              <a:ea typeface="+mj-ea"/>
            </a:endParaRPr>
          </a:p>
        </p:txBody>
      </p:sp>
      <p:sp>
        <p:nvSpPr>
          <p:cNvPr id="21" name="椭圆 20"/>
          <p:cNvSpPr/>
          <p:nvPr/>
        </p:nvSpPr>
        <p:spPr>
          <a:xfrm>
            <a:off x="3752546" y="1887301"/>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accent1"/>
                </a:solidFill>
                <a:effectLst/>
                <a:uLnTx/>
                <a:uFillTx/>
                <a:latin typeface="+mj-ea"/>
                <a:ea typeface="+mj-ea"/>
                <a:cs typeface="+mn-cs"/>
              </a:rPr>
              <a:t>01</a:t>
            </a:r>
            <a:endParaRPr kumimoji="0" lang="zh-CN" altLang="en-US" sz="2400" b="1" i="0" u="none" strike="noStrike" kern="1200" cap="none" spc="0" normalizeH="0" baseline="0" noProof="0" dirty="0">
              <a:ln>
                <a:noFill/>
              </a:ln>
              <a:solidFill>
                <a:schemeClr val="accent1"/>
              </a:solidFill>
              <a:effectLst/>
              <a:uLnTx/>
              <a:uFillTx/>
              <a:latin typeface="+mj-ea"/>
              <a:ea typeface="+mj-ea"/>
              <a:cs typeface="+mn-cs"/>
            </a:endParaRPr>
          </a:p>
        </p:txBody>
      </p:sp>
      <p:sp>
        <p:nvSpPr>
          <p:cNvPr id="45" name="椭圆 44"/>
          <p:cNvSpPr/>
          <p:nvPr/>
        </p:nvSpPr>
        <p:spPr>
          <a:xfrm>
            <a:off x="3752546" y="5024493"/>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05</a:t>
            </a:r>
            <a:endParaRPr lang="zh-CN" altLang="en-US" sz="2400" b="1" dirty="0">
              <a:solidFill>
                <a:schemeClr val="accent1"/>
              </a:solidFill>
              <a:latin typeface="+mj-ea"/>
              <a:ea typeface="+mj-ea"/>
            </a:endParaRPr>
          </a:p>
        </p:txBody>
      </p:sp>
      <p:sp>
        <p:nvSpPr>
          <p:cNvPr id="54" name="椭圆 53"/>
          <p:cNvSpPr/>
          <p:nvPr/>
        </p:nvSpPr>
        <p:spPr>
          <a:xfrm>
            <a:off x="7466948" y="5024493"/>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06</a:t>
            </a:r>
            <a:endParaRPr lang="zh-CN" altLang="en-US" sz="2400" b="1" dirty="0">
              <a:solidFill>
                <a:schemeClr val="accent1"/>
              </a:solidFill>
              <a:latin typeface="+mj-ea"/>
              <a:ea typeface="+mj-ea"/>
            </a:endParaRPr>
          </a:p>
        </p:txBody>
      </p:sp>
      <p:sp>
        <p:nvSpPr>
          <p:cNvPr id="55" name="椭圆 54"/>
          <p:cNvSpPr/>
          <p:nvPr/>
        </p:nvSpPr>
        <p:spPr>
          <a:xfrm>
            <a:off x="7466948" y="1887301"/>
            <a:ext cx="809810" cy="8098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accent1"/>
                </a:solidFill>
                <a:latin typeface="+mj-ea"/>
                <a:ea typeface="+mj-ea"/>
              </a:rPr>
              <a:t>02</a:t>
            </a:r>
            <a:endParaRPr lang="zh-CN" altLang="en-US" sz="2400" b="1" dirty="0">
              <a:solidFill>
                <a:schemeClr val="accent1"/>
              </a:solidFill>
              <a:latin typeface="+mj-ea"/>
              <a:ea typeface="+mj-ea"/>
            </a:endParaRPr>
          </a:p>
        </p:txBody>
      </p:sp>
      <p:sp>
        <p:nvSpPr>
          <p:cNvPr id="125" name="矩形 124"/>
          <p:cNvSpPr/>
          <p:nvPr/>
        </p:nvSpPr>
        <p:spPr>
          <a:xfrm>
            <a:off x="5101580" y="3568412"/>
            <a:ext cx="182614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dirty="0">
                <a:solidFill>
                  <a:schemeClr val="bg1"/>
                </a:solidFill>
                <a:latin typeface="+mj-ea"/>
                <a:ea typeface="+mj-ea"/>
              </a:rPr>
              <a:t>研究难点</a:t>
            </a:r>
            <a:endParaRPr kumimoji="0" lang="zh-CN" altLang="en-US" sz="3200" b="1" i="0" u="none" strike="noStrike" kern="1200" cap="none" spc="0" normalizeH="0" baseline="0" noProof="0" dirty="0">
              <a:ln>
                <a:noFill/>
              </a:ln>
              <a:solidFill>
                <a:schemeClr val="bg1"/>
              </a:solidFill>
              <a:effectLst/>
              <a:uLnTx/>
              <a:uFillTx/>
              <a:latin typeface="+mj-ea"/>
              <a:ea typeface="+mj-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解决方案</a:t>
            </a:r>
            <a:endParaRPr lang="zh-CN" altLang="en-US" dirty="0"/>
          </a:p>
        </p:txBody>
      </p:sp>
      <p:sp>
        <p:nvSpPr>
          <p:cNvPr id="2" name="矩形 1"/>
          <p:cNvSpPr/>
          <p:nvPr/>
        </p:nvSpPr>
        <p:spPr>
          <a:xfrm>
            <a:off x="1527277" y="1663700"/>
            <a:ext cx="3872540" cy="4479925"/>
          </a:xfrm>
          <a:prstGeom prst="rect">
            <a:avLst/>
          </a:prstGeom>
          <a:gradFill flip="none" rotWithShape="1">
            <a:gsLst>
              <a:gs pos="0">
                <a:schemeClr val="accent1">
                  <a:alpha val="29000"/>
                </a:schemeClr>
              </a:gs>
              <a:gs pos="100000">
                <a:schemeClr val="accent1">
                  <a:lumMod val="55000"/>
                  <a:lumOff val="45000"/>
                  <a:alpha val="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3" name="矩形 2"/>
          <p:cNvSpPr/>
          <p:nvPr/>
        </p:nvSpPr>
        <p:spPr>
          <a:xfrm>
            <a:off x="6479541" y="1663700"/>
            <a:ext cx="3872540" cy="4479925"/>
          </a:xfrm>
          <a:prstGeom prst="rect">
            <a:avLst/>
          </a:prstGeom>
          <a:gradFill flip="none" rotWithShape="1">
            <a:gsLst>
              <a:gs pos="0">
                <a:schemeClr val="bg1">
                  <a:lumMod val="75000"/>
                  <a:alpha val="34000"/>
                </a:schemeClr>
              </a:gs>
              <a:gs pos="100000">
                <a:schemeClr val="bg1">
                  <a:lumMod val="75000"/>
                  <a:alpha val="1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4" name="矩形: 圆角 3"/>
          <p:cNvSpPr/>
          <p:nvPr/>
        </p:nvSpPr>
        <p:spPr>
          <a:xfrm>
            <a:off x="1527277" y="1369856"/>
            <a:ext cx="3872547" cy="584774"/>
          </a:xfrm>
          <a:prstGeom prst="roundRect">
            <a:avLst>
              <a:gd name="adj" fmla="val 27629"/>
            </a:avLst>
          </a:prstGeom>
          <a:gradFill>
            <a:gsLst>
              <a:gs pos="0">
                <a:schemeClr val="accent1"/>
              </a:gs>
              <a:gs pos="83000">
                <a:schemeClr val="accent1">
                  <a:lumMod val="50000"/>
                </a:schemeClr>
              </a:gs>
            </a:gsLst>
            <a:lin ang="4200000" scaled="0"/>
          </a:gradFill>
          <a:ln>
            <a:noFill/>
          </a:ln>
          <a:effectLst>
            <a:outerShdw blurRad="165100" dist="88900" dir="5400000" sx="97000" sy="97000" algn="t" rotWithShape="0">
              <a:schemeClr val="accent1">
                <a:alpha val="3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5" name="矩形: 圆角 4"/>
          <p:cNvSpPr/>
          <p:nvPr/>
        </p:nvSpPr>
        <p:spPr>
          <a:xfrm>
            <a:off x="6479541" y="1369856"/>
            <a:ext cx="3872547" cy="584774"/>
          </a:xfrm>
          <a:prstGeom prst="roundRect">
            <a:avLst>
              <a:gd name="adj" fmla="val 27629"/>
            </a:avLst>
          </a:prstGeom>
          <a:gradFill flip="none" rotWithShape="1">
            <a:gsLst>
              <a:gs pos="0">
                <a:schemeClr val="bg1">
                  <a:lumMod val="85000"/>
                </a:schemeClr>
              </a:gs>
              <a:gs pos="83000">
                <a:schemeClr val="bg1">
                  <a:lumMod val="50000"/>
                </a:schemeClr>
              </a:gs>
            </a:gsLst>
            <a:lin ang="4200000" scaled="0"/>
            <a:tileRect/>
          </a:gradFill>
          <a:ln>
            <a:noFill/>
          </a:ln>
          <a:effectLst>
            <a:outerShdw blurRad="165100" dist="88900" dir="5400000" sx="98000" sy="98000" algn="t" rotWithShape="0">
              <a:schemeClr val="bg1">
                <a:lumMod val="6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6" name="文本框 5"/>
          <p:cNvSpPr txBox="1"/>
          <p:nvPr/>
        </p:nvSpPr>
        <p:spPr>
          <a:xfrm>
            <a:off x="2453424" y="2273624"/>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7" name="文本框 6"/>
          <p:cNvSpPr txBox="1"/>
          <p:nvPr/>
        </p:nvSpPr>
        <p:spPr>
          <a:xfrm>
            <a:off x="7405688" y="2273624"/>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8" name="文本框 7"/>
          <p:cNvSpPr txBox="1"/>
          <p:nvPr/>
        </p:nvSpPr>
        <p:spPr>
          <a:xfrm>
            <a:off x="7405688" y="2844909"/>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9" name="文本框 8"/>
          <p:cNvSpPr txBox="1"/>
          <p:nvPr/>
        </p:nvSpPr>
        <p:spPr>
          <a:xfrm>
            <a:off x="2453424" y="2844909"/>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cxnSp>
        <p:nvCxnSpPr>
          <p:cNvPr id="10" name="直接连接符 9"/>
          <p:cNvCxnSpPr/>
          <p:nvPr/>
        </p:nvCxnSpPr>
        <p:spPr>
          <a:xfrm>
            <a:off x="1527277" y="2751455"/>
            <a:ext cx="8824811"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530350" y="6143625"/>
            <a:ext cx="8821738"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530350" y="5012903"/>
            <a:ext cx="8821738"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527277" y="5578265"/>
            <a:ext cx="8824811"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530350" y="4447541"/>
            <a:ext cx="8821738"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530350" y="3882179"/>
            <a:ext cx="8821738"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530350" y="3316817"/>
            <a:ext cx="8821738" cy="0"/>
          </a:xfrm>
          <a:prstGeom prst="line">
            <a:avLst/>
          </a:prstGeom>
          <a:ln w="6350">
            <a:solidFill>
              <a:schemeClr val="tx1">
                <a:alpha val="4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453424" y="1431411"/>
            <a:ext cx="2020252" cy="4616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400" b="1" dirty="0">
                <a:solidFill>
                  <a:prstClr val="white"/>
                </a:solidFill>
                <a:latin typeface="+mj-ea"/>
                <a:ea typeface="+mj-ea"/>
              </a:rPr>
              <a:t>研究难点</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19" name="文本框 18"/>
          <p:cNvSpPr txBox="1"/>
          <p:nvPr/>
        </p:nvSpPr>
        <p:spPr>
          <a:xfrm>
            <a:off x="7405688" y="1431411"/>
            <a:ext cx="2020252" cy="4616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mj-ea"/>
                <a:ea typeface="+mj-ea"/>
                <a:cs typeface="+mn-cs"/>
              </a:rPr>
              <a:t>解决方案</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20" name="文本框 19"/>
          <p:cNvSpPr txBox="1"/>
          <p:nvPr/>
        </p:nvSpPr>
        <p:spPr>
          <a:xfrm>
            <a:off x="2453424" y="3416194"/>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1" name="文本框 20"/>
          <p:cNvSpPr txBox="1"/>
          <p:nvPr/>
        </p:nvSpPr>
        <p:spPr>
          <a:xfrm>
            <a:off x="7405688" y="3416194"/>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2" name="文本框 21"/>
          <p:cNvSpPr txBox="1"/>
          <p:nvPr/>
        </p:nvSpPr>
        <p:spPr>
          <a:xfrm>
            <a:off x="2453424" y="3987479"/>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3" name="文本框 22"/>
          <p:cNvSpPr txBox="1"/>
          <p:nvPr/>
        </p:nvSpPr>
        <p:spPr>
          <a:xfrm>
            <a:off x="7405688" y="3987479"/>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4" name="文本框 23"/>
          <p:cNvSpPr txBox="1"/>
          <p:nvPr/>
        </p:nvSpPr>
        <p:spPr>
          <a:xfrm>
            <a:off x="2453424" y="4551301"/>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5" name="文本框 24"/>
          <p:cNvSpPr txBox="1"/>
          <p:nvPr/>
        </p:nvSpPr>
        <p:spPr>
          <a:xfrm>
            <a:off x="7405688" y="4551301"/>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6" name="文本框 25"/>
          <p:cNvSpPr txBox="1"/>
          <p:nvPr/>
        </p:nvSpPr>
        <p:spPr>
          <a:xfrm>
            <a:off x="2453424" y="5130049"/>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7" name="文本框 26"/>
          <p:cNvSpPr txBox="1"/>
          <p:nvPr/>
        </p:nvSpPr>
        <p:spPr>
          <a:xfrm>
            <a:off x="7405688" y="5130049"/>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8" name="文本框 27"/>
          <p:cNvSpPr txBox="1"/>
          <p:nvPr/>
        </p:nvSpPr>
        <p:spPr>
          <a:xfrm>
            <a:off x="2453424" y="5701331"/>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
        <p:nvSpPr>
          <p:cNvPr id="29" name="文本框 28"/>
          <p:cNvSpPr txBox="1"/>
          <p:nvPr/>
        </p:nvSpPr>
        <p:spPr>
          <a:xfrm>
            <a:off x="7405688" y="5701331"/>
            <a:ext cx="24469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effectLst/>
                <a:uLnTx/>
                <a:uFillTx/>
                <a:latin typeface="+mn-ea"/>
                <a:cs typeface="+mn-cs"/>
              </a:rPr>
              <a:t>这里输入正文</a:t>
            </a:r>
            <a:endParaRPr kumimoji="0" lang="zh-CN" altLang="en-US" sz="1800" b="0" i="0" u="none" strike="noStrike" kern="1200" cap="none" spc="0" normalizeH="0" baseline="0" noProof="0" dirty="0">
              <a:ln>
                <a:noFill/>
              </a:ln>
              <a:effectLst/>
              <a:uLnTx/>
              <a:uFillTx/>
              <a:latin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创新点</a:t>
            </a:r>
            <a:endParaRPr lang="zh-CN" altLang="en-US" dirty="0"/>
          </a:p>
        </p:txBody>
      </p:sp>
      <p:sp>
        <p:nvSpPr>
          <p:cNvPr id="3" name="任意多边形: 形状 2"/>
          <p:cNvSpPr/>
          <p:nvPr/>
        </p:nvSpPr>
        <p:spPr>
          <a:xfrm>
            <a:off x="5137233" y="2136385"/>
            <a:ext cx="1928781" cy="1928781"/>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gradFill>
            <a:gsLst>
              <a:gs pos="0">
                <a:schemeClr val="accent1">
                  <a:lumMod val="60000"/>
                  <a:lumOff val="40000"/>
                  <a:alpha val="80000"/>
                </a:schemeClr>
              </a:gs>
              <a:gs pos="79000">
                <a:schemeClr val="accent1"/>
              </a:gs>
            </a:gsLst>
            <a:lin ang="8100000" scaled="1"/>
          </a:gradFill>
          <a:ln w="9525">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defRPr/>
            </a:pPr>
            <a:endParaRPr kumimoji="0" lang="zh-CN" altLang="en-US" sz="6500" b="1" i="0" u="none" strike="noStrike" kern="1200" cap="none" spc="0" normalizeH="0" baseline="0" noProof="0">
              <a:ln>
                <a:noFill/>
              </a:ln>
              <a:gradFill>
                <a:gsLst>
                  <a:gs pos="22000">
                    <a:srgbClr val="004EA2"/>
                  </a:gs>
                  <a:gs pos="100000">
                    <a:srgbClr val="007BF6"/>
                  </a:gs>
                </a:gsLst>
                <a:lin ang="8100000" scaled="1"/>
              </a:gradFill>
              <a:effectLst/>
              <a:uLnTx/>
              <a:uFillTx/>
              <a:latin typeface="+mj-ea"/>
              <a:ea typeface="+mj-ea"/>
              <a:cs typeface="+mn-cs"/>
            </a:endParaRPr>
          </a:p>
        </p:txBody>
      </p:sp>
      <p:sp>
        <p:nvSpPr>
          <p:cNvPr id="4" name="任意多边形: 形状 3"/>
          <p:cNvSpPr/>
          <p:nvPr/>
        </p:nvSpPr>
        <p:spPr>
          <a:xfrm>
            <a:off x="5833202" y="3341874"/>
            <a:ext cx="1928781" cy="1928781"/>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gradFill>
            <a:gsLst>
              <a:gs pos="79000">
                <a:schemeClr val="accent1">
                  <a:lumMod val="60000"/>
                  <a:lumOff val="40000"/>
                  <a:alpha val="80000"/>
                </a:schemeClr>
              </a:gs>
              <a:gs pos="0">
                <a:schemeClr val="accent1"/>
              </a:gs>
            </a:gsLst>
            <a:lin ang="8100000" scaled="1"/>
          </a:gradFill>
          <a:ln w="9525">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noAutofit/>
          </a:bodyPr>
          <a:lstStyle/>
          <a:p>
            <a:pPr algn="ctr" defTabSz="2889250">
              <a:lnSpc>
                <a:spcPct val="90000"/>
              </a:lnSpc>
              <a:spcBef>
                <a:spcPct val="0"/>
              </a:spcBef>
              <a:spcAft>
                <a:spcPct val="35000"/>
              </a:spcAft>
            </a:pPr>
            <a:endParaRPr lang="zh-CN" altLang="en-US" sz="6500" b="1">
              <a:gradFill>
                <a:gsLst>
                  <a:gs pos="22000">
                    <a:srgbClr val="004EA2"/>
                  </a:gs>
                  <a:gs pos="100000">
                    <a:srgbClr val="007BF6"/>
                  </a:gs>
                </a:gsLst>
                <a:lin ang="8100000" scaled="1"/>
              </a:gradFill>
              <a:latin typeface="+mj-ea"/>
              <a:ea typeface="+mj-ea"/>
            </a:endParaRPr>
          </a:p>
        </p:txBody>
      </p:sp>
      <p:sp>
        <p:nvSpPr>
          <p:cNvPr id="5" name="任意多边形: 形状 4"/>
          <p:cNvSpPr/>
          <p:nvPr/>
        </p:nvSpPr>
        <p:spPr>
          <a:xfrm>
            <a:off x="4441265" y="3341874"/>
            <a:ext cx="1928781" cy="1928781"/>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gradFill>
            <a:gsLst>
              <a:gs pos="79000">
                <a:schemeClr val="accent1">
                  <a:lumMod val="60000"/>
                  <a:lumOff val="40000"/>
                  <a:alpha val="80000"/>
                </a:schemeClr>
              </a:gs>
              <a:gs pos="0">
                <a:schemeClr val="accent1"/>
              </a:gs>
            </a:gsLst>
            <a:lin ang="8100000" scaled="1"/>
          </a:gradFill>
          <a:ln w="9525">
            <a:noFill/>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noAutofit/>
          </a:bodyPr>
          <a:lstStyle/>
          <a:p>
            <a:pPr algn="ctr" defTabSz="2889250">
              <a:lnSpc>
                <a:spcPct val="90000"/>
              </a:lnSpc>
              <a:spcBef>
                <a:spcPct val="0"/>
              </a:spcBef>
              <a:spcAft>
                <a:spcPct val="35000"/>
              </a:spcAft>
            </a:pPr>
            <a:endParaRPr lang="zh-CN" altLang="en-US" sz="6500" b="1">
              <a:gradFill>
                <a:gsLst>
                  <a:gs pos="22000">
                    <a:srgbClr val="004EA2"/>
                  </a:gs>
                  <a:gs pos="100000">
                    <a:srgbClr val="007BF6"/>
                  </a:gs>
                </a:gsLst>
                <a:lin ang="8100000" scaled="1"/>
              </a:gradFill>
              <a:latin typeface="+mj-ea"/>
              <a:ea typeface="+mj-ea"/>
            </a:endParaRPr>
          </a:p>
        </p:txBody>
      </p:sp>
      <p:sp>
        <p:nvSpPr>
          <p:cNvPr id="6" name="文本框 5"/>
          <p:cNvSpPr txBox="1"/>
          <p:nvPr/>
        </p:nvSpPr>
        <p:spPr>
          <a:xfrm>
            <a:off x="6404782" y="4181233"/>
            <a:ext cx="1210588"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创新点三</a:t>
            </a:r>
            <a:endParaRPr kumimoji="0" lang="zh-CN" altLang="en-US" sz="2000"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7" name="文本框 6"/>
          <p:cNvSpPr txBox="1"/>
          <p:nvPr/>
        </p:nvSpPr>
        <p:spPr>
          <a:xfrm>
            <a:off x="4575827" y="4181233"/>
            <a:ext cx="1212191"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创新点二</a:t>
            </a:r>
            <a:endParaRPr kumimoji="0" lang="zh-CN" altLang="en-US" sz="2000"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8" name="文本框 7"/>
          <p:cNvSpPr txBox="1"/>
          <p:nvPr/>
        </p:nvSpPr>
        <p:spPr>
          <a:xfrm>
            <a:off x="5496331" y="2643794"/>
            <a:ext cx="1210588" cy="400110"/>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prstClr val="white"/>
                </a:solidFill>
                <a:effectLst/>
                <a:uLnTx/>
                <a:uFillTx/>
                <a:latin typeface="+mj-ea"/>
                <a:ea typeface="+mj-ea"/>
                <a:cs typeface="OPPOSans M" panose="00020600040101010101" pitchFamily="18" charset="-122"/>
              </a:defRPr>
            </a:lvl1pPr>
          </a:lstStyle>
          <a:p>
            <a:r>
              <a:rPr lang="zh-CN" altLang="en-US" dirty="0"/>
              <a:t>创新点一</a:t>
            </a:r>
            <a:endParaRPr lang="zh-CN" altLang="en-US" dirty="0"/>
          </a:p>
        </p:txBody>
      </p:sp>
      <p:sp>
        <p:nvSpPr>
          <p:cNvPr id="9" name="文本框 8"/>
          <p:cNvSpPr txBox="1"/>
          <p:nvPr/>
        </p:nvSpPr>
        <p:spPr>
          <a:xfrm>
            <a:off x="7615370" y="5458795"/>
            <a:ext cx="3733867" cy="1023037"/>
          </a:xfrm>
          <a:prstGeom prst="rect">
            <a:avLst/>
          </a:prstGeom>
          <a:noFill/>
        </p:spPr>
        <p:txBody>
          <a:bodyPr wrap="square" rtlCol="0">
            <a:spAutoFit/>
          </a:bodyPr>
          <a:lstStyle/>
          <a:p>
            <a:pP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10" name="文本框 9"/>
          <p:cNvSpPr txBox="1"/>
          <p:nvPr/>
        </p:nvSpPr>
        <p:spPr>
          <a:xfrm>
            <a:off x="7615370" y="5086975"/>
            <a:ext cx="1210588" cy="400110"/>
          </a:xfrm>
          <a:prstGeom prst="rect">
            <a:avLst/>
          </a:prstGeom>
          <a:noFill/>
        </p:spPr>
        <p:txBody>
          <a:bodyPr wrap="none" rtlCol="0">
            <a:spAutoFit/>
          </a:bodyPr>
          <a:lstStyle/>
          <a:p>
            <a:r>
              <a:rPr lang="zh-CN" altLang="en-US" sz="2000" b="1" dirty="0">
                <a:solidFill>
                  <a:schemeClr val="accent1"/>
                </a:solidFill>
                <a:latin typeface="+mj-ea"/>
                <a:ea typeface="+mj-ea"/>
              </a:rPr>
              <a:t>创新点三</a:t>
            </a:r>
            <a:endParaRPr lang="zh-CN" altLang="en-US" sz="2000" b="1" dirty="0">
              <a:solidFill>
                <a:schemeClr val="accent1"/>
              </a:solidFill>
              <a:latin typeface="+mj-ea"/>
              <a:ea typeface="+mj-ea"/>
            </a:endParaRPr>
          </a:p>
        </p:txBody>
      </p:sp>
      <p:sp>
        <p:nvSpPr>
          <p:cNvPr id="11" name="文本框 10"/>
          <p:cNvSpPr txBox="1"/>
          <p:nvPr/>
        </p:nvSpPr>
        <p:spPr>
          <a:xfrm>
            <a:off x="1029156" y="5458795"/>
            <a:ext cx="3733866" cy="1023037"/>
          </a:xfrm>
          <a:prstGeom prst="rect">
            <a:avLst/>
          </a:prstGeom>
          <a:noFill/>
        </p:spPr>
        <p:txBody>
          <a:bodyPr wrap="square" rtlCol="0">
            <a:spAutoFit/>
          </a:bodyPr>
          <a:lstStyle/>
          <a:p>
            <a:pPr algn="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12" name="文本框 11"/>
          <p:cNvSpPr txBox="1"/>
          <p:nvPr/>
        </p:nvSpPr>
        <p:spPr>
          <a:xfrm>
            <a:off x="3552433" y="5086975"/>
            <a:ext cx="1210589" cy="400110"/>
          </a:xfrm>
          <a:prstGeom prst="rect">
            <a:avLst/>
          </a:prstGeom>
          <a:noFill/>
        </p:spPr>
        <p:txBody>
          <a:bodyPr wrap="none" rtlCol="0">
            <a:spAutoFit/>
          </a:bodyPr>
          <a:lstStyle/>
          <a:p>
            <a:pPr algn="ctr"/>
            <a:r>
              <a:rPr lang="zh-CN" altLang="en-US" sz="2000" b="1" dirty="0">
                <a:solidFill>
                  <a:schemeClr val="accent1"/>
                </a:solidFill>
                <a:latin typeface="+mj-ea"/>
                <a:ea typeface="+mj-ea"/>
              </a:rPr>
              <a:t>创新点二</a:t>
            </a:r>
            <a:endParaRPr lang="zh-CN" altLang="en-US" sz="2000" b="1" dirty="0">
              <a:solidFill>
                <a:schemeClr val="accent1"/>
              </a:solidFill>
              <a:latin typeface="+mj-ea"/>
              <a:ea typeface="+mj-ea"/>
            </a:endParaRPr>
          </a:p>
        </p:txBody>
      </p:sp>
      <p:sp>
        <p:nvSpPr>
          <p:cNvPr id="14" name="文本框 13"/>
          <p:cNvSpPr txBox="1"/>
          <p:nvPr/>
        </p:nvSpPr>
        <p:spPr>
          <a:xfrm>
            <a:off x="3677106" y="1456843"/>
            <a:ext cx="5066844" cy="702949"/>
          </a:xfrm>
          <a:prstGeom prst="rect">
            <a:avLst/>
          </a:prstGeom>
          <a:noFill/>
        </p:spPr>
        <p:txBody>
          <a:bodyPr wrap="square" rtlCol="0">
            <a:spAutoFit/>
          </a:bodyPr>
          <a:lstStyle/>
          <a:p>
            <a:pPr algn="ctr">
              <a:lnSpc>
                <a:spcPct val="130000"/>
              </a:lnSpc>
              <a:buClr>
                <a:schemeClr val="accent1"/>
              </a:buClr>
            </a:pPr>
            <a:r>
              <a:rPr lang="zh-CN" altLang="en-US" sz="1600" dirty="0"/>
              <a:t>这里输入正文内容这里输入正文内容这里输入正文内容这里输入正文内容这里输入正文内容这里输入正文内容</a:t>
            </a:r>
            <a:endParaRPr lang="zh-CN" altLang="en-US" sz="1600" dirty="0"/>
          </a:p>
        </p:txBody>
      </p:sp>
      <p:sp>
        <p:nvSpPr>
          <p:cNvPr id="15" name="文本框 14"/>
          <p:cNvSpPr txBox="1"/>
          <p:nvPr/>
        </p:nvSpPr>
        <p:spPr>
          <a:xfrm>
            <a:off x="5490705" y="1131842"/>
            <a:ext cx="1210589" cy="400110"/>
          </a:xfrm>
          <a:prstGeom prst="rect">
            <a:avLst/>
          </a:prstGeom>
          <a:noFill/>
        </p:spPr>
        <p:txBody>
          <a:bodyPr wrap="none" rtlCol="0">
            <a:spAutoFit/>
          </a:bodyPr>
          <a:lstStyle/>
          <a:p>
            <a:pPr algn="ctr"/>
            <a:r>
              <a:rPr lang="zh-CN" altLang="en-US" sz="2000" b="1" dirty="0">
                <a:solidFill>
                  <a:schemeClr val="accent1"/>
                </a:solidFill>
                <a:latin typeface="+mj-ea"/>
                <a:ea typeface="+mj-ea"/>
              </a:rPr>
              <a:t>创新点一</a:t>
            </a:r>
            <a:endParaRPr lang="zh-CN" altLang="en-US" sz="2000" b="1" dirty="0">
              <a:solidFill>
                <a:schemeClr val="accent1"/>
              </a:solidFill>
              <a:latin typeface="+mj-ea"/>
              <a:ea typeface="+mj-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095500" y="2336800"/>
            <a:ext cx="2184400" cy="21844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2252301" y="2493601"/>
            <a:ext cx="1870798" cy="1870798"/>
          </a:xfrm>
          <a:prstGeom prst="ellipse">
            <a:avLst/>
          </a:prstGeom>
          <a:gradFill flip="none" rotWithShape="1">
            <a:gsLst>
              <a:gs pos="0">
                <a:schemeClr val="accent1"/>
              </a:gs>
              <a:gs pos="100000">
                <a:schemeClr val="accent1">
                  <a:lumMod val="88000"/>
                  <a:lumOff val="12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430121" y="2705725"/>
            <a:ext cx="1515158" cy="1446550"/>
          </a:xfrm>
          <a:prstGeom prst="rect">
            <a:avLst/>
          </a:prstGeom>
          <a:noFill/>
        </p:spPr>
        <p:txBody>
          <a:bodyPr wrap="none" rtlCol="0">
            <a:spAutoFit/>
          </a:bodyPr>
          <a:lstStyle/>
          <a:p>
            <a:pPr algn="ctr"/>
            <a:r>
              <a:rPr lang="en-US" altLang="zh-CN" sz="8800" b="1" dirty="0">
                <a:solidFill>
                  <a:schemeClr val="bg1"/>
                </a:solidFill>
                <a:latin typeface="思源黑体 CN" panose="020B0800000000000000" pitchFamily="34" charset="-122"/>
                <a:ea typeface="+mj-ea"/>
              </a:rPr>
              <a:t>05</a:t>
            </a:r>
            <a:endParaRPr lang="zh-CN" altLang="en-US" sz="8800" b="1" dirty="0">
              <a:solidFill>
                <a:schemeClr val="bg1"/>
              </a:solidFill>
              <a:latin typeface="思源黑体 CN" panose="020B0800000000000000" pitchFamily="34" charset="-122"/>
              <a:ea typeface="+mj-ea"/>
            </a:endParaRPr>
          </a:p>
        </p:txBody>
      </p:sp>
      <p:sp>
        <p:nvSpPr>
          <p:cNvPr id="109" name="文本框 108"/>
          <p:cNvSpPr txBox="1"/>
          <p:nvPr/>
        </p:nvSpPr>
        <p:spPr>
          <a:xfrm>
            <a:off x="482861" y="1130292"/>
            <a:ext cx="1200329" cy="4597412"/>
          </a:xfrm>
          <a:prstGeom prst="rect">
            <a:avLst/>
          </a:prstGeom>
          <a:noFill/>
        </p:spPr>
        <p:txBody>
          <a:bodyPr vert="eaVert" wrap="none" rtlCol="0">
            <a:spAutoFit/>
          </a:bodyPr>
          <a:lstStyle/>
          <a:p>
            <a:pPr algn="ctr"/>
            <a:r>
              <a:rPr lang="en-US" altLang="zh-CN" sz="6600" b="1" spc="300" dirty="0">
                <a:ln>
                  <a:solidFill>
                    <a:schemeClr val="bg1"/>
                  </a:solidFill>
                </a:ln>
                <a:noFill/>
                <a:latin typeface="思源黑体 CN" panose="020B0800000000000000" pitchFamily="34" charset="-122"/>
              </a:rPr>
              <a:t>PART FIVE</a:t>
            </a:r>
            <a:endParaRPr lang="zh-CN" altLang="en-US" sz="6600" b="1" spc="300" dirty="0">
              <a:ln>
                <a:solidFill>
                  <a:schemeClr val="bg1"/>
                </a:solidFill>
              </a:ln>
              <a:noFill/>
              <a:latin typeface="思源黑体 CN" panose="020B0800000000000000" pitchFamily="34" charset="-122"/>
            </a:endParaRPr>
          </a:p>
        </p:txBody>
      </p:sp>
      <p:sp>
        <p:nvSpPr>
          <p:cNvPr id="113" name="文本框 112"/>
          <p:cNvSpPr txBox="1"/>
          <p:nvPr/>
        </p:nvSpPr>
        <p:spPr>
          <a:xfrm>
            <a:off x="6309490" y="2243595"/>
            <a:ext cx="3801041" cy="769441"/>
          </a:xfrm>
          <a:prstGeom prst="rect">
            <a:avLst/>
          </a:prstGeom>
          <a:noFill/>
        </p:spPr>
        <p:txBody>
          <a:bodyPr wrap="none" rtlCol="0" anchor="ctr">
            <a:spAutoFit/>
          </a:bodyPr>
          <a:lstStyle/>
          <a:p>
            <a:pPr lvl="0">
              <a:buSzPct val="100000"/>
              <a:defRPr/>
            </a:pPr>
            <a:r>
              <a:rPr lang="zh-CN" altLang="en-US" sz="4400" b="1" spc="300" noProof="1">
                <a:solidFill>
                  <a:schemeClr val="accent1"/>
                </a:solidFill>
                <a:latin typeface="+mj-ea"/>
                <a:ea typeface="+mj-ea"/>
              </a:rPr>
              <a:t>论文进度安排</a:t>
            </a:r>
            <a:endParaRPr lang="zh-CN" altLang="en-US" sz="4400" b="1" spc="300" noProof="1">
              <a:solidFill>
                <a:schemeClr val="accent1"/>
              </a:solidFill>
              <a:latin typeface="+mj-ea"/>
              <a:ea typeface="+mj-ea"/>
            </a:endParaRPr>
          </a:p>
        </p:txBody>
      </p:sp>
      <p:sp>
        <p:nvSpPr>
          <p:cNvPr id="117" name="文本框 116"/>
          <p:cNvSpPr txBox="1"/>
          <p:nvPr/>
        </p:nvSpPr>
        <p:spPr>
          <a:xfrm>
            <a:off x="6309490" y="2989410"/>
            <a:ext cx="2653290" cy="369332"/>
          </a:xfrm>
          <a:prstGeom prst="rect">
            <a:avLst/>
          </a:prstGeom>
          <a:noFill/>
        </p:spPr>
        <p:txBody>
          <a:bodyPr wrap="none">
            <a:spAutoFit/>
          </a:bodyPr>
          <a:lstStyle/>
          <a:p>
            <a:r>
              <a:rPr lang="en-US" altLang="zh-CN" spc="300" dirty="0">
                <a:solidFill>
                  <a:schemeClr val="tx1">
                    <a:lumMod val="75000"/>
                    <a:lumOff val="25000"/>
                  </a:schemeClr>
                </a:solidFill>
              </a:rPr>
              <a:t>Thesis scheduling</a:t>
            </a:r>
            <a:endParaRPr lang="en-US" altLang="zh-CN" spc="300" dirty="0">
              <a:solidFill>
                <a:schemeClr val="tx1">
                  <a:lumMod val="75000"/>
                  <a:lumOff val="25000"/>
                </a:schemeClr>
              </a:solidFill>
            </a:endParaRPr>
          </a:p>
        </p:txBody>
      </p:sp>
      <p:cxnSp>
        <p:nvCxnSpPr>
          <p:cNvPr id="120" name="直接连接符 119"/>
          <p:cNvCxnSpPr/>
          <p:nvPr/>
        </p:nvCxnSpPr>
        <p:spPr>
          <a:xfrm>
            <a:off x="6331760" y="3424015"/>
            <a:ext cx="3778771"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6947485" y="3758851"/>
            <a:ext cx="2525050" cy="855555"/>
          </a:xfrm>
          <a:prstGeom prst="rect">
            <a:avLst/>
          </a:prstGeom>
          <a:noFill/>
        </p:spPr>
        <p:txBody>
          <a:bodyPr wrap="none" rtlCol="0">
            <a:spAutoFit/>
          </a:bodyPr>
          <a:lstStyle/>
          <a:p>
            <a:pPr marL="285750" indent="-285750">
              <a:lnSpc>
                <a:spcPct val="130000"/>
              </a:lnSpc>
              <a:buClr>
                <a:schemeClr val="accent1"/>
              </a:buClr>
              <a:buFont typeface="Wingdings" panose="05000000000000000000" pitchFamily="2" charset="2"/>
              <a:buChar char="n"/>
            </a:pPr>
            <a:r>
              <a:rPr lang="zh-CN" altLang="en-US" sz="2000" dirty="0"/>
              <a:t>实验进度安排</a:t>
            </a:r>
            <a:endParaRPr lang="en-US" altLang="zh-CN" sz="2000" dirty="0"/>
          </a:p>
          <a:p>
            <a:pPr marL="285750" indent="-285750">
              <a:lnSpc>
                <a:spcPct val="130000"/>
              </a:lnSpc>
              <a:buClr>
                <a:schemeClr val="accent1"/>
              </a:buClr>
              <a:buFont typeface="Wingdings" panose="05000000000000000000" pitchFamily="2" charset="2"/>
              <a:buChar char="n"/>
            </a:pPr>
            <a:r>
              <a:rPr lang="zh-CN" altLang="en-US" sz="2000" dirty="0"/>
              <a:t>论文写作进度安排</a:t>
            </a:r>
            <a:endParaRPr lang="zh-CN" altLang="en-US" sz="2000" dirty="0"/>
          </a:p>
        </p:txBody>
      </p:sp>
      <p:grpSp>
        <p:nvGrpSpPr>
          <p:cNvPr id="126" name="组合 125"/>
          <p:cNvGrpSpPr/>
          <p:nvPr/>
        </p:nvGrpSpPr>
        <p:grpSpPr>
          <a:xfrm>
            <a:off x="11093753" y="6274833"/>
            <a:ext cx="723900" cy="326768"/>
            <a:chOff x="11093753" y="6274833"/>
            <a:chExt cx="723900" cy="326768"/>
          </a:xfrm>
        </p:grpSpPr>
        <p:sp>
          <p:nvSpPr>
            <p:cNvPr id="123" name="矩形: 圆角 122"/>
            <p:cNvSpPr/>
            <p:nvPr/>
          </p:nvSpPr>
          <p:spPr>
            <a:xfrm>
              <a:off x="11093753" y="6479280"/>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1340493" y="6274833"/>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实验进度安排</a:t>
            </a:r>
            <a:endParaRPr lang="zh-CN" altLang="en-US" dirty="0"/>
          </a:p>
        </p:txBody>
      </p:sp>
      <p:sp>
        <p:nvSpPr>
          <p:cNvPr id="2" name="箭头: V 形 1"/>
          <p:cNvSpPr/>
          <p:nvPr/>
        </p:nvSpPr>
        <p:spPr>
          <a:xfrm>
            <a:off x="1499018"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3" name="箭头: V 形 2"/>
          <p:cNvSpPr/>
          <p:nvPr/>
        </p:nvSpPr>
        <p:spPr>
          <a:xfrm>
            <a:off x="3001700"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4" name="箭头: V 形 3"/>
          <p:cNvSpPr/>
          <p:nvPr/>
        </p:nvSpPr>
        <p:spPr>
          <a:xfrm>
            <a:off x="4504382"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5" name="箭头: V 形 4"/>
          <p:cNvSpPr/>
          <p:nvPr/>
        </p:nvSpPr>
        <p:spPr>
          <a:xfrm>
            <a:off x="6007064"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6" name="箭头: V 形 5"/>
          <p:cNvSpPr/>
          <p:nvPr/>
        </p:nvSpPr>
        <p:spPr>
          <a:xfrm>
            <a:off x="7509746"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7" name="箭头: V 形 6"/>
          <p:cNvSpPr/>
          <p:nvPr/>
        </p:nvSpPr>
        <p:spPr>
          <a:xfrm>
            <a:off x="9012428"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8" name="箭头: V 形 7"/>
          <p:cNvSpPr/>
          <p:nvPr/>
        </p:nvSpPr>
        <p:spPr>
          <a:xfrm>
            <a:off x="10515110" y="3682683"/>
            <a:ext cx="177874" cy="177874"/>
          </a:xfrm>
          <a:prstGeom prst="chevr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1200" cap="none" spc="0" normalizeH="0" baseline="0" noProof="0">
              <a:ln>
                <a:noFill/>
              </a:ln>
              <a:solidFill>
                <a:prstClr val="black"/>
              </a:solidFill>
              <a:effectLst/>
              <a:uLnTx/>
              <a:uFillTx/>
              <a:latin typeface="+mj-ea"/>
              <a:ea typeface="+mj-ea"/>
              <a:cs typeface="+mn-cs"/>
            </a:endParaRPr>
          </a:p>
        </p:txBody>
      </p:sp>
      <p:sp>
        <p:nvSpPr>
          <p:cNvPr id="9" name="Fill shape"/>
          <p:cNvSpPr/>
          <p:nvPr/>
        </p:nvSpPr>
        <p:spPr>
          <a:xfrm>
            <a:off x="285385" y="3586953"/>
            <a:ext cx="1102458" cy="369334"/>
          </a:xfrm>
          <a:prstGeom prst="roundRect">
            <a:avLst>
              <a:gd name="adj" fmla="val 50000"/>
            </a:avLst>
          </a:prstGeom>
          <a:gradFill flip="none" rotWithShape="1">
            <a:gsLst>
              <a:gs pos="0">
                <a:schemeClr val="accent1"/>
              </a:gs>
              <a:gs pos="100000">
                <a:schemeClr val="accent1">
                  <a:lumMod val="50000"/>
                </a:schemeClr>
              </a:gs>
            </a:gsLst>
            <a:lin ang="2700000" scaled="1"/>
            <a:tileRect/>
          </a:gradFill>
          <a:ln>
            <a:noFill/>
          </a:ln>
          <a:effectLst>
            <a:outerShdw blurRad="381000" dist="1270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en-US" b="1" i="0" u="none" strike="noStrike" kern="1200" cap="none" spc="0" normalizeH="0" baseline="0" noProof="0" dirty="0">
              <a:ln>
                <a:noFill/>
              </a:ln>
              <a:gradFill>
                <a:gsLst>
                  <a:gs pos="0">
                    <a:srgbClr val="7B2E40">
                      <a:lumMod val="60000"/>
                      <a:lumOff val="40000"/>
                    </a:srgbClr>
                  </a:gs>
                  <a:gs pos="98000">
                    <a:srgbClr val="7B2E40"/>
                  </a:gs>
                </a:gsLst>
                <a:lin ang="18900000" scaled="1"/>
              </a:gradFill>
              <a:effectLst/>
              <a:uLnTx/>
              <a:uFillTx/>
              <a:latin typeface="+mj-ea"/>
              <a:ea typeface="+mj-ea"/>
              <a:cs typeface="+mn-cs"/>
            </a:endParaRPr>
          </a:p>
        </p:txBody>
      </p:sp>
      <p:sp>
        <p:nvSpPr>
          <p:cNvPr id="10" name="文本框 9"/>
          <p:cNvSpPr txBox="1"/>
          <p:nvPr/>
        </p:nvSpPr>
        <p:spPr>
          <a:xfrm>
            <a:off x="557532"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1</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11" name="Fill shape"/>
          <p:cNvSpPr/>
          <p:nvPr/>
        </p:nvSpPr>
        <p:spPr>
          <a:xfrm>
            <a:off x="1788067" y="3586953"/>
            <a:ext cx="1102458" cy="369334"/>
          </a:xfrm>
          <a:prstGeom prst="roundRect">
            <a:avLst>
              <a:gd name="adj" fmla="val 50000"/>
            </a:avLst>
          </a:prstGeom>
          <a:gradFill>
            <a:gsLst>
              <a:gs pos="0">
                <a:schemeClr val="bg1">
                  <a:lumMod val="75000"/>
                </a:schemeClr>
              </a:gs>
              <a:gs pos="100000">
                <a:schemeClr val="tx1">
                  <a:lumMod val="50000"/>
                  <a:lumOff val="50000"/>
                </a:schemeClr>
              </a:gs>
            </a:gsLst>
            <a:lin ang="2700000" scaled="1"/>
          </a:gradFill>
          <a:ln>
            <a:noFill/>
          </a:ln>
          <a:effectLst>
            <a:outerShdw blurRad="381000" dist="1270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en-US" b="1" i="0" u="none" strike="noStrike" kern="1200" cap="none" spc="0" normalizeH="0" baseline="0" noProof="0" dirty="0">
              <a:ln>
                <a:noFill/>
              </a:ln>
              <a:solidFill>
                <a:prstClr val="white"/>
              </a:solidFill>
              <a:effectLst/>
              <a:uLnTx/>
              <a:uFillTx/>
              <a:latin typeface="+mj-ea"/>
              <a:ea typeface="+mj-ea"/>
              <a:cs typeface="+mn-cs"/>
            </a:endParaRPr>
          </a:p>
        </p:txBody>
      </p:sp>
      <p:sp>
        <p:nvSpPr>
          <p:cNvPr id="12" name="文本框 11"/>
          <p:cNvSpPr txBox="1"/>
          <p:nvPr/>
        </p:nvSpPr>
        <p:spPr>
          <a:xfrm>
            <a:off x="2060213"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2</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13" name="Fill shape"/>
          <p:cNvSpPr/>
          <p:nvPr/>
        </p:nvSpPr>
        <p:spPr>
          <a:xfrm>
            <a:off x="3290749" y="3586953"/>
            <a:ext cx="1102458" cy="369334"/>
          </a:xfrm>
          <a:prstGeom prst="roundRect">
            <a:avLst>
              <a:gd name="adj" fmla="val 50000"/>
            </a:avLst>
          </a:prstGeom>
          <a:gradFill flip="none" rotWithShape="1">
            <a:gsLst>
              <a:gs pos="0">
                <a:schemeClr val="accent1"/>
              </a:gs>
              <a:gs pos="100000">
                <a:schemeClr val="accent1">
                  <a:lumMod val="50000"/>
                </a:schemeClr>
              </a:gs>
            </a:gsLst>
            <a:lin ang="2700000" scaled="1"/>
            <a:tileRect/>
          </a:gradFill>
          <a:ln>
            <a:noFill/>
          </a:ln>
          <a:effectLst>
            <a:outerShdw blurRad="381000" dist="1270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en-US" b="1" i="0" u="none" strike="noStrike" kern="1200" cap="none" spc="0" normalizeH="0" baseline="0" noProof="0" dirty="0">
              <a:ln>
                <a:noFill/>
              </a:ln>
              <a:gradFill>
                <a:gsLst>
                  <a:gs pos="0">
                    <a:srgbClr val="7B2E40">
                      <a:lumMod val="60000"/>
                      <a:lumOff val="40000"/>
                    </a:srgbClr>
                  </a:gs>
                  <a:gs pos="98000">
                    <a:srgbClr val="7B2E40"/>
                  </a:gs>
                </a:gsLst>
                <a:lin ang="18900000" scaled="1"/>
              </a:gradFill>
              <a:effectLst/>
              <a:uLnTx/>
              <a:uFillTx/>
              <a:latin typeface="+mj-ea"/>
              <a:ea typeface="+mj-ea"/>
              <a:cs typeface="+mn-cs"/>
            </a:endParaRPr>
          </a:p>
        </p:txBody>
      </p:sp>
      <p:sp>
        <p:nvSpPr>
          <p:cNvPr id="14" name="文本框 13"/>
          <p:cNvSpPr txBox="1"/>
          <p:nvPr/>
        </p:nvSpPr>
        <p:spPr>
          <a:xfrm>
            <a:off x="3562895"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3</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15" name="Fill shape"/>
          <p:cNvSpPr/>
          <p:nvPr/>
        </p:nvSpPr>
        <p:spPr>
          <a:xfrm>
            <a:off x="4793431" y="3586953"/>
            <a:ext cx="1102458" cy="369334"/>
          </a:xfrm>
          <a:prstGeom prst="roundRect">
            <a:avLst>
              <a:gd name="adj" fmla="val 50000"/>
            </a:avLst>
          </a:prstGeom>
          <a:gradFill>
            <a:gsLst>
              <a:gs pos="0">
                <a:schemeClr val="bg1">
                  <a:lumMod val="75000"/>
                </a:schemeClr>
              </a:gs>
              <a:gs pos="100000">
                <a:schemeClr val="tx1">
                  <a:lumMod val="50000"/>
                  <a:lumOff val="50000"/>
                </a:schemeClr>
              </a:gs>
            </a:gsLst>
            <a:lin ang="2700000" scaled="1"/>
          </a:gradFill>
          <a:ln>
            <a:noFill/>
          </a:ln>
          <a:effectLst>
            <a:outerShdw blurRad="381000" dist="1270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b="1" dirty="0">
              <a:solidFill>
                <a:prstClr val="white"/>
              </a:solidFill>
              <a:latin typeface="+mj-ea"/>
              <a:ea typeface="+mj-ea"/>
            </a:endParaRPr>
          </a:p>
        </p:txBody>
      </p:sp>
      <p:sp>
        <p:nvSpPr>
          <p:cNvPr id="17" name="文本框 16"/>
          <p:cNvSpPr txBox="1"/>
          <p:nvPr/>
        </p:nvSpPr>
        <p:spPr>
          <a:xfrm>
            <a:off x="5065577"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4</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18" name="Fill shape"/>
          <p:cNvSpPr/>
          <p:nvPr/>
        </p:nvSpPr>
        <p:spPr>
          <a:xfrm>
            <a:off x="6296113" y="3586953"/>
            <a:ext cx="1102458" cy="369334"/>
          </a:xfrm>
          <a:prstGeom prst="roundRect">
            <a:avLst>
              <a:gd name="adj" fmla="val 50000"/>
            </a:avLst>
          </a:prstGeom>
          <a:gradFill flip="none" rotWithShape="1">
            <a:gsLst>
              <a:gs pos="0">
                <a:schemeClr val="accent1"/>
              </a:gs>
              <a:gs pos="100000">
                <a:schemeClr val="accent1">
                  <a:lumMod val="50000"/>
                </a:schemeClr>
              </a:gs>
            </a:gsLst>
            <a:lin ang="2700000" scaled="1"/>
            <a:tileRect/>
          </a:gradFill>
          <a:ln>
            <a:noFill/>
          </a:ln>
          <a:effectLst>
            <a:outerShdw blurRad="381000" dist="1270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en-US" b="1" i="0" u="none" strike="noStrike" kern="1200" cap="none" spc="0" normalizeH="0" baseline="0" noProof="0" dirty="0">
              <a:ln>
                <a:noFill/>
              </a:ln>
              <a:gradFill>
                <a:gsLst>
                  <a:gs pos="0">
                    <a:srgbClr val="7B2E40">
                      <a:lumMod val="60000"/>
                      <a:lumOff val="40000"/>
                    </a:srgbClr>
                  </a:gs>
                  <a:gs pos="98000">
                    <a:srgbClr val="7B2E40"/>
                  </a:gs>
                </a:gsLst>
                <a:lin ang="18900000" scaled="1"/>
              </a:gradFill>
              <a:effectLst/>
              <a:uLnTx/>
              <a:uFillTx/>
              <a:latin typeface="+mj-ea"/>
              <a:ea typeface="+mj-ea"/>
              <a:cs typeface="+mn-cs"/>
            </a:endParaRPr>
          </a:p>
        </p:txBody>
      </p:sp>
      <p:sp>
        <p:nvSpPr>
          <p:cNvPr id="19" name="文本框 18"/>
          <p:cNvSpPr txBox="1"/>
          <p:nvPr/>
        </p:nvSpPr>
        <p:spPr>
          <a:xfrm>
            <a:off x="6568259"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5</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20" name="Fill shape"/>
          <p:cNvSpPr/>
          <p:nvPr/>
        </p:nvSpPr>
        <p:spPr>
          <a:xfrm>
            <a:off x="7798795" y="3586953"/>
            <a:ext cx="1102458" cy="369334"/>
          </a:xfrm>
          <a:prstGeom prst="roundRect">
            <a:avLst>
              <a:gd name="adj" fmla="val 50000"/>
            </a:avLst>
          </a:prstGeom>
          <a:gradFill>
            <a:gsLst>
              <a:gs pos="0">
                <a:schemeClr val="bg1">
                  <a:lumMod val="75000"/>
                </a:schemeClr>
              </a:gs>
              <a:gs pos="100000">
                <a:schemeClr val="tx1">
                  <a:lumMod val="50000"/>
                  <a:lumOff val="50000"/>
                </a:schemeClr>
              </a:gs>
            </a:gsLst>
            <a:lin ang="2700000" scaled="1"/>
          </a:gradFill>
          <a:ln>
            <a:noFill/>
          </a:ln>
          <a:effectLst>
            <a:outerShdw blurRad="381000" dist="1270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b="1" dirty="0">
              <a:solidFill>
                <a:prstClr val="white"/>
              </a:solidFill>
              <a:latin typeface="+mj-ea"/>
              <a:ea typeface="+mj-ea"/>
            </a:endParaRPr>
          </a:p>
        </p:txBody>
      </p:sp>
      <p:sp>
        <p:nvSpPr>
          <p:cNvPr id="21" name="文本框 20"/>
          <p:cNvSpPr txBox="1"/>
          <p:nvPr/>
        </p:nvSpPr>
        <p:spPr>
          <a:xfrm>
            <a:off x="8070941"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6</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22" name="Fill shape"/>
          <p:cNvSpPr/>
          <p:nvPr/>
        </p:nvSpPr>
        <p:spPr>
          <a:xfrm>
            <a:off x="9301477" y="3586953"/>
            <a:ext cx="1102458" cy="369334"/>
          </a:xfrm>
          <a:prstGeom prst="roundRect">
            <a:avLst>
              <a:gd name="adj" fmla="val 50000"/>
            </a:avLst>
          </a:prstGeom>
          <a:gradFill flip="none" rotWithShape="1">
            <a:gsLst>
              <a:gs pos="0">
                <a:schemeClr val="accent1"/>
              </a:gs>
              <a:gs pos="100000">
                <a:schemeClr val="accent1">
                  <a:lumMod val="50000"/>
                </a:schemeClr>
              </a:gs>
            </a:gsLst>
            <a:lin ang="2700000" scaled="1"/>
            <a:tileRect/>
          </a:gradFill>
          <a:ln>
            <a:noFill/>
          </a:ln>
          <a:effectLst>
            <a:outerShdw blurRad="381000" dist="1270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en-US" b="1" i="0" u="none" strike="noStrike" kern="1200" cap="none" spc="0" normalizeH="0" baseline="0" noProof="0" dirty="0">
              <a:ln>
                <a:noFill/>
              </a:ln>
              <a:gradFill>
                <a:gsLst>
                  <a:gs pos="0">
                    <a:srgbClr val="7B2E40">
                      <a:lumMod val="60000"/>
                      <a:lumOff val="40000"/>
                    </a:srgbClr>
                  </a:gs>
                  <a:gs pos="98000">
                    <a:srgbClr val="7B2E40"/>
                  </a:gs>
                </a:gsLst>
                <a:lin ang="18900000" scaled="1"/>
              </a:gradFill>
              <a:effectLst/>
              <a:uLnTx/>
              <a:uFillTx/>
              <a:latin typeface="+mj-ea"/>
              <a:ea typeface="+mj-ea"/>
              <a:cs typeface="+mn-cs"/>
            </a:endParaRPr>
          </a:p>
        </p:txBody>
      </p:sp>
      <p:sp>
        <p:nvSpPr>
          <p:cNvPr id="23" name="文本框 22"/>
          <p:cNvSpPr txBox="1"/>
          <p:nvPr/>
        </p:nvSpPr>
        <p:spPr>
          <a:xfrm>
            <a:off x="9573623" y="3586954"/>
            <a:ext cx="55816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7</a:t>
            </a: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月</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sp>
        <p:nvSpPr>
          <p:cNvPr id="24" name="Fill shape"/>
          <p:cNvSpPr/>
          <p:nvPr/>
        </p:nvSpPr>
        <p:spPr>
          <a:xfrm>
            <a:off x="10804157" y="3586953"/>
            <a:ext cx="1102458" cy="369334"/>
          </a:xfrm>
          <a:prstGeom prst="roundRect">
            <a:avLst>
              <a:gd name="adj" fmla="val 50000"/>
            </a:avLst>
          </a:prstGeom>
          <a:gradFill>
            <a:gsLst>
              <a:gs pos="0">
                <a:schemeClr val="bg1">
                  <a:lumMod val="75000"/>
                </a:schemeClr>
              </a:gs>
              <a:gs pos="100000">
                <a:schemeClr val="tx1">
                  <a:lumMod val="50000"/>
                  <a:lumOff val="50000"/>
                </a:schemeClr>
              </a:gs>
            </a:gsLst>
            <a:lin ang="2700000" scaled="1"/>
          </a:gradFill>
          <a:ln>
            <a:noFill/>
          </a:ln>
          <a:effectLst>
            <a:outerShdw blurRad="381000" dist="127000" dir="540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b="1" dirty="0">
              <a:solidFill>
                <a:prstClr val="white"/>
              </a:solidFill>
              <a:latin typeface="+mj-ea"/>
              <a:ea typeface="+mj-ea"/>
            </a:endParaRPr>
          </a:p>
        </p:txBody>
      </p:sp>
      <p:sp>
        <p:nvSpPr>
          <p:cNvPr id="25" name="文本框 24"/>
          <p:cNvSpPr txBox="1"/>
          <p:nvPr/>
        </p:nvSpPr>
        <p:spPr>
          <a:xfrm>
            <a:off x="11032221" y="3586954"/>
            <a:ext cx="646331"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rPr>
              <a:t>结束</a:t>
            </a:r>
            <a:endParaRPr kumimoji="0" lang="zh-CN" altLang="en-US" b="1" i="0" u="none" strike="noStrike" kern="1200" cap="none" spc="0" normalizeH="0" baseline="0" noProof="0" dirty="0">
              <a:ln>
                <a:noFill/>
              </a:ln>
              <a:solidFill>
                <a:prstClr val="white"/>
              </a:solidFill>
              <a:effectLst/>
              <a:uLnTx/>
              <a:uFillTx/>
              <a:latin typeface="+mj-ea"/>
              <a:ea typeface="+mj-ea"/>
              <a:cs typeface="OPPOSans M" panose="00020600040101010101" pitchFamily="18" charset="-122"/>
            </a:endParaRPr>
          </a:p>
        </p:txBody>
      </p:sp>
      <p:cxnSp>
        <p:nvCxnSpPr>
          <p:cNvPr id="26" name="直接连接符 25"/>
          <p:cNvCxnSpPr/>
          <p:nvPr/>
        </p:nvCxnSpPr>
        <p:spPr>
          <a:xfrm>
            <a:off x="836614" y="3967717"/>
            <a:ext cx="0" cy="1766105"/>
          </a:xfrm>
          <a:prstGeom prst="line">
            <a:avLst/>
          </a:prstGeom>
          <a:ln w="15875" cap="rnd">
            <a:gradFill>
              <a:gsLst>
                <a:gs pos="0">
                  <a:schemeClr val="accent1">
                    <a:lumMod val="5000"/>
                    <a:lumOff val="95000"/>
                    <a:alpha val="0"/>
                  </a:schemeClr>
                </a:gs>
                <a:gs pos="63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27" name="矩形: 圆角 38"/>
          <p:cNvSpPr/>
          <p:nvPr/>
        </p:nvSpPr>
        <p:spPr>
          <a:xfrm>
            <a:off x="894961" y="4594489"/>
            <a:ext cx="2297663" cy="1139334"/>
          </a:xfrm>
          <a:custGeom>
            <a:avLst/>
            <a:gdLst/>
            <a:ahLst/>
            <a:cxnLst/>
            <a:rect l="0" t="0" r="0" b="0"/>
            <a:pathLst>
              <a:path w="2297663" h="1139334">
                <a:moveTo>
                  <a:pt x="0" y="70787"/>
                </a:moveTo>
                <a:cubicBezTo>
                  <a:pt x="0" y="31692"/>
                  <a:pt x="31692" y="0"/>
                  <a:pt x="70787" y="0"/>
                </a:cubicBezTo>
                <a:lnTo>
                  <a:pt x="2226875" y="0"/>
                </a:lnTo>
                <a:cubicBezTo>
                  <a:pt x="2265970" y="0"/>
                  <a:pt x="2297662" y="31692"/>
                  <a:pt x="2297662" y="70787"/>
                </a:cubicBezTo>
                <a:lnTo>
                  <a:pt x="2297662" y="1068546"/>
                </a:lnTo>
                <a:cubicBezTo>
                  <a:pt x="2297662" y="1107641"/>
                  <a:pt x="2265970" y="1139333"/>
                  <a:pt x="2226875" y="1139333"/>
                </a:cubicBezTo>
                <a:lnTo>
                  <a:pt x="70787" y="1139333"/>
                </a:lnTo>
                <a:cubicBezTo>
                  <a:pt x="31692" y="1139333"/>
                  <a:pt x="0" y="1107641"/>
                  <a:pt x="0" y="1068546"/>
                </a:cubicBez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28" name="文本框 27"/>
          <p:cNvSpPr txBox="1"/>
          <p:nvPr/>
        </p:nvSpPr>
        <p:spPr>
          <a:xfrm>
            <a:off x="997688" y="4676269"/>
            <a:ext cx="1441420" cy="909160"/>
          </a:xfrm>
          <a:prstGeom prst="rect">
            <a:avLst/>
          </a:prstGeom>
          <a:noFill/>
        </p:spPr>
        <p:txBody>
          <a:bodyPr wrap="non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lang="zh-CN" altLang="en-US" sz="1400" dirty="0">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cxnSp>
        <p:nvCxnSpPr>
          <p:cNvPr id="29" name="直接连接符 28"/>
          <p:cNvCxnSpPr/>
          <p:nvPr/>
        </p:nvCxnSpPr>
        <p:spPr>
          <a:xfrm>
            <a:off x="3841978" y="3967717"/>
            <a:ext cx="0" cy="2302086"/>
          </a:xfrm>
          <a:prstGeom prst="line">
            <a:avLst/>
          </a:prstGeom>
          <a:ln w="15875" cap="rnd">
            <a:gradFill>
              <a:gsLst>
                <a:gs pos="0">
                  <a:schemeClr val="accent1">
                    <a:lumMod val="5000"/>
                    <a:lumOff val="95000"/>
                    <a:alpha val="0"/>
                  </a:schemeClr>
                </a:gs>
                <a:gs pos="63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矩形: 圆角 50"/>
          <p:cNvSpPr/>
          <p:nvPr/>
        </p:nvSpPr>
        <p:spPr>
          <a:xfrm>
            <a:off x="3900325" y="4594488"/>
            <a:ext cx="2297663" cy="1675316"/>
          </a:xfrm>
          <a:custGeom>
            <a:avLst/>
            <a:gdLst/>
            <a:ahLst/>
            <a:cxnLst/>
            <a:rect l="0" t="0" r="0" b="0"/>
            <a:pathLst>
              <a:path w="2297663" h="1675316">
                <a:moveTo>
                  <a:pt x="0" y="104087"/>
                </a:moveTo>
                <a:cubicBezTo>
                  <a:pt x="0" y="46601"/>
                  <a:pt x="46601" y="0"/>
                  <a:pt x="104087" y="0"/>
                </a:cubicBezTo>
                <a:lnTo>
                  <a:pt x="2193575" y="0"/>
                </a:lnTo>
                <a:cubicBezTo>
                  <a:pt x="2251061" y="0"/>
                  <a:pt x="2297662" y="46601"/>
                  <a:pt x="2297662" y="104087"/>
                </a:cubicBezTo>
                <a:lnTo>
                  <a:pt x="2297662" y="1571228"/>
                </a:lnTo>
                <a:cubicBezTo>
                  <a:pt x="2297662" y="1628714"/>
                  <a:pt x="2251061" y="1675315"/>
                  <a:pt x="2193575" y="1675315"/>
                </a:cubicBezTo>
                <a:lnTo>
                  <a:pt x="104087" y="1675315"/>
                </a:lnTo>
                <a:cubicBezTo>
                  <a:pt x="46601" y="1675315"/>
                  <a:pt x="0" y="1628714"/>
                  <a:pt x="0" y="1571228"/>
                </a:cubicBez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31" name="文本框 30"/>
          <p:cNvSpPr txBox="1"/>
          <p:nvPr/>
        </p:nvSpPr>
        <p:spPr>
          <a:xfrm>
            <a:off x="4003053" y="4943598"/>
            <a:ext cx="2194934" cy="909160"/>
          </a:xfrm>
          <a:prstGeom prst="rect">
            <a:avLst/>
          </a:prstGeom>
          <a:noFill/>
        </p:spPr>
        <p:txBody>
          <a:bodyPr wrap="squar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cxnSp>
        <p:nvCxnSpPr>
          <p:cNvPr id="32" name="直接连接符 31"/>
          <p:cNvCxnSpPr/>
          <p:nvPr/>
        </p:nvCxnSpPr>
        <p:spPr>
          <a:xfrm>
            <a:off x="6847342" y="3967717"/>
            <a:ext cx="0" cy="1766105"/>
          </a:xfrm>
          <a:prstGeom prst="line">
            <a:avLst/>
          </a:prstGeom>
          <a:ln w="15875" cap="rnd">
            <a:gradFill>
              <a:gsLst>
                <a:gs pos="0">
                  <a:schemeClr val="accent1">
                    <a:lumMod val="5000"/>
                    <a:lumOff val="95000"/>
                    <a:alpha val="0"/>
                  </a:schemeClr>
                </a:gs>
                <a:gs pos="63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矩形: 圆角 56"/>
          <p:cNvSpPr/>
          <p:nvPr/>
        </p:nvSpPr>
        <p:spPr>
          <a:xfrm>
            <a:off x="6905689" y="4892474"/>
            <a:ext cx="2297663" cy="841349"/>
          </a:xfrm>
          <a:custGeom>
            <a:avLst/>
            <a:gdLst/>
            <a:ahLst/>
            <a:cxnLst/>
            <a:rect l="0" t="0" r="0" b="0"/>
            <a:pathLst>
              <a:path w="2297663" h="841349">
                <a:moveTo>
                  <a:pt x="0" y="52273"/>
                </a:moveTo>
                <a:cubicBezTo>
                  <a:pt x="0" y="23403"/>
                  <a:pt x="23403" y="0"/>
                  <a:pt x="52273" y="0"/>
                </a:cubicBezTo>
                <a:lnTo>
                  <a:pt x="2245389" y="0"/>
                </a:lnTo>
                <a:cubicBezTo>
                  <a:pt x="2274259" y="0"/>
                  <a:pt x="2297662" y="23403"/>
                  <a:pt x="2297662" y="52273"/>
                </a:cubicBezTo>
                <a:lnTo>
                  <a:pt x="2297662" y="789075"/>
                </a:lnTo>
                <a:cubicBezTo>
                  <a:pt x="2297662" y="817945"/>
                  <a:pt x="2274259" y="841348"/>
                  <a:pt x="2245389" y="841348"/>
                </a:cubicBezTo>
                <a:lnTo>
                  <a:pt x="52273" y="841348"/>
                </a:lnTo>
                <a:cubicBezTo>
                  <a:pt x="23403" y="841348"/>
                  <a:pt x="0" y="817945"/>
                  <a:pt x="0" y="789075"/>
                </a:cubicBez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34" name="文本框 33"/>
          <p:cNvSpPr txBox="1"/>
          <p:nvPr/>
        </p:nvSpPr>
        <p:spPr>
          <a:xfrm>
            <a:off x="7008416" y="4974253"/>
            <a:ext cx="2194934" cy="629083"/>
          </a:xfrm>
          <a:prstGeom prst="rect">
            <a:avLst/>
          </a:prstGeom>
          <a:noFill/>
        </p:spPr>
        <p:txBody>
          <a:bodyPr wrap="squar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cxnSp>
        <p:nvCxnSpPr>
          <p:cNvPr id="35" name="直接连接符 34"/>
          <p:cNvCxnSpPr/>
          <p:nvPr/>
        </p:nvCxnSpPr>
        <p:spPr>
          <a:xfrm>
            <a:off x="9852706" y="3967717"/>
            <a:ext cx="0" cy="1766105"/>
          </a:xfrm>
          <a:prstGeom prst="line">
            <a:avLst/>
          </a:prstGeom>
          <a:ln w="15875" cap="rnd">
            <a:gradFill>
              <a:gsLst>
                <a:gs pos="0">
                  <a:schemeClr val="accent1">
                    <a:lumMod val="5000"/>
                    <a:lumOff val="95000"/>
                    <a:alpha val="0"/>
                  </a:schemeClr>
                </a:gs>
                <a:gs pos="63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sp>
        <p:nvSpPr>
          <p:cNvPr id="36" name="矩形: 圆角 67"/>
          <p:cNvSpPr/>
          <p:nvPr/>
        </p:nvSpPr>
        <p:spPr>
          <a:xfrm>
            <a:off x="9911053" y="4594489"/>
            <a:ext cx="2130129" cy="1139334"/>
          </a:xfrm>
          <a:custGeom>
            <a:avLst/>
            <a:gdLst/>
            <a:ahLst/>
            <a:cxnLst/>
            <a:rect l="0" t="0" r="0" b="0"/>
            <a:pathLst>
              <a:path w="2130129" h="1139334">
                <a:moveTo>
                  <a:pt x="0" y="70787"/>
                </a:moveTo>
                <a:cubicBezTo>
                  <a:pt x="0" y="31692"/>
                  <a:pt x="31692" y="0"/>
                  <a:pt x="70787" y="0"/>
                </a:cubicBezTo>
                <a:lnTo>
                  <a:pt x="2059341" y="0"/>
                </a:lnTo>
                <a:cubicBezTo>
                  <a:pt x="2098436" y="0"/>
                  <a:pt x="2130128" y="31692"/>
                  <a:pt x="2130128" y="70787"/>
                </a:cubicBezTo>
                <a:lnTo>
                  <a:pt x="2130128" y="1068546"/>
                </a:lnTo>
                <a:cubicBezTo>
                  <a:pt x="2130128" y="1107641"/>
                  <a:pt x="2098436" y="1139333"/>
                  <a:pt x="2059341" y="1139333"/>
                </a:cubicBezTo>
                <a:lnTo>
                  <a:pt x="70787" y="1139333"/>
                </a:lnTo>
                <a:cubicBezTo>
                  <a:pt x="31692" y="1139333"/>
                  <a:pt x="0" y="1107641"/>
                  <a:pt x="0" y="1068546"/>
                </a:cubicBez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37" name="文本框 36"/>
          <p:cNvSpPr txBox="1"/>
          <p:nvPr/>
        </p:nvSpPr>
        <p:spPr>
          <a:xfrm>
            <a:off x="10013780" y="4676269"/>
            <a:ext cx="1995657" cy="914609"/>
          </a:xfrm>
          <a:prstGeom prst="rect">
            <a:avLst/>
          </a:prstGeom>
          <a:noFill/>
        </p:spPr>
        <p:txBody>
          <a:bodyPr wrap="squar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cxnSp>
        <p:nvCxnSpPr>
          <p:cNvPr id="38" name="直接连接符 37"/>
          <p:cNvCxnSpPr/>
          <p:nvPr/>
        </p:nvCxnSpPr>
        <p:spPr>
          <a:xfrm flipV="1">
            <a:off x="2339296" y="1575118"/>
            <a:ext cx="0" cy="1985019"/>
          </a:xfrm>
          <a:prstGeom prst="line">
            <a:avLst/>
          </a:prstGeom>
          <a:ln w="15875" cap="rnd">
            <a:gradFill>
              <a:gsLst>
                <a:gs pos="0">
                  <a:schemeClr val="bg1">
                    <a:alpha val="57000"/>
                  </a:schemeClr>
                </a:gs>
                <a:gs pos="63000">
                  <a:schemeClr val="tx1">
                    <a:lumMod val="50000"/>
                    <a:lumOff val="5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9" name="矩形: 圆角 72"/>
          <p:cNvSpPr/>
          <p:nvPr/>
        </p:nvSpPr>
        <p:spPr>
          <a:xfrm>
            <a:off x="2397643" y="1575118"/>
            <a:ext cx="2297663" cy="1358246"/>
          </a:xfrm>
          <a:custGeom>
            <a:avLst/>
            <a:gdLst/>
            <a:ahLst/>
            <a:cxnLst/>
            <a:rect l="0" t="0" r="0" b="0"/>
            <a:pathLst>
              <a:path w="2297663" h="1358246">
                <a:moveTo>
                  <a:pt x="0" y="84388"/>
                </a:moveTo>
                <a:cubicBezTo>
                  <a:pt x="0" y="37782"/>
                  <a:pt x="37782" y="0"/>
                  <a:pt x="84388" y="0"/>
                </a:cubicBezTo>
                <a:lnTo>
                  <a:pt x="2213274" y="0"/>
                </a:lnTo>
                <a:cubicBezTo>
                  <a:pt x="2259880" y="0"/>
                  <a:pt x="2297662" y="37782"/>
                  <a:pt x="2297662" y="84388"/>
                </a:cubicBezTo>
                <a:lnTo>
                  <a:pt x="2297662" y="1273857"/>
                </a:lnTo>
                <a:cubicBezTo>
                  <a:pt x="2297662" y="1320463"/>
                  <a:pt x="2259880" y="1358245"/>
                  <a:pt x="2213274" y="1358245"/>
                </a:cubicBezTo>
                <a:lnTo>
                  <a:pt x="84388" y="1358245"/>
                </a:lnTo>
                <a:cubicBezTo>
                  <a:pt x="37782" y="1358245"/>
                  <a:pt x="0" y="1320463"/>
                  <a:pt x="0" y="1273857"/>
                </a:cubicBez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40" name="文本框 39"/>
          <p:cNvSpPr txBox="1"/>
          <p:nvPr/>
        </p:nvSpPr>
        <p:spPr>
          <a:xfrm>
            <a:off x="2500373" y="1767923"/>
            <a:ext cx="1892834" cy="909160"/>
          </a:xfrm>
          <a:prstGeom prst="rect">
            <a:avLst/>
          </a:prstGeom>
          <a:noFill/>
        </p:spPr>
        <p:txBody>
          <a:bodyPr wrap="squar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cxnSp>
        <p:nvCxnSpPr>
          <p:cNvPr id="41" name="直接连接符 40"/>
          <p:cNvCxnSpPr/>
          <p:nvPr/>
        </p:nvCxnSpPr>
        <p:spPr>
          <a:xfrm flipV="1">
            <a:off x="5344660" y="1794031"/>
            <a:ext cx="0" cy="1766105"/>
          </a:xfrm>
          <a:prstGeom prst="line">
            <a:avLst/>
          </a:prstGeom>
          <a:ln w="15875" cap="rnd">
            <a:gradFill>
              <a:gsLst>
                <a:gs pos="0">
                  <a:schemeClr val="bg1">
                    <a:alpha val="57000"/>
                  </a:schemeClr>
                </a:gs>
                <a:gs pos="63000">
                  <a:schemeClr val="tx1">
                    <a:lumMod val="50000"/>
                    <a:lumOff val="5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2" name="矩形: 圆角 82"/>
          <p:cNvSpPr/>
          <p:nvPr/>
        </p:nvSpPr>
        <p:spPr>
          <a:xfrm>
            <a:off x="5403007" y="1794031"/>
            <a:ext cx="2297663" cy="841348"/>
          </a:xfrm>
          <a:custGeom>
            <a:avLst/>
            <a:gdLst/>
            <a:ahLst/>
            <a:cxnLst/>
            <a:rect l="0" t="0" r="0" b="0"/>
            <a:pathLst>
              <a:path w="2297663" h="841348">
                <a:moveTo>
                  <a:pt x="0" y="52273"/>
                </a:moveTo>
                <a:cubicBezTo>
                  <a:pt x="0" y="23403"/>
                  <a:pt x="23403" y="0"/>
                  <a:pt x="52273" y="0"/>
                </a:cubicBezTo>
                <a:lnTo>
                  <a:pt x="2245389" y="0"/>
                </a:lnTo>
                <a:cubicBezTo>
                  <a:pt x="2274259" y="0"/>
                  <a:pt x="2297662" y="23403"/>
                  <a:pt x="2297662" y="52273"/>
                </a:cubicBezTo>
                <a:lnTo>
                  <a:pt x="2297662" y="789074"/>
                </a:lnTo>
                <a:cubicBezTo>
                  <a:pt x="2297662" y="817944"/>
                  <a:pt x="2274259" y="841347"/>
                  <a:pt x="2245389" y="841347"/>
                </a:cubicBezTo>
                <a:lnTo>
                  <a:pt x="52273" y="841347"/>
                </a:lnTo>
                <a:cubicBezTo>
                  <a:pt x="23403" y="841347"/>
                  <a:pt x="0" y="817944"/>
                  <a:pt x="0" y="789074"/>
                </a:cubicBez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43" name="文本框 42"/>
          <p:cNvSpPr txBox="1"/>
          <p:nvPr/>
        </p:nvSpPr>
        <p:spPr>
          <a:xfrm>
            <a:off x="5505734" y="1875811"/>
            <a:ext cx="1999966" cy="629083"/>
          </a:xfrm>
          <a:prstGeom prst="rect">
            <a:avLst/>
          </a:prstGeom>
          <a:noFill/>
        </p:spPr>
        <p:txBody>
          <a:bodyPr wrap="squar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cxnSp>
        <p:nvCxnSpPr>
          <p:cNvPr id="44" name="直接连接符 43"/>
          <p:cNvCxnSpPr/>
          <p:nvPr/>
        </p:nvCxnSpPr>
        <p:spPr>
          <a:xfrm flipV="1">
            <a:off x="8350024" y="1794031"/>
            <a:ext cx="0" cy="1766105"/>
          </a:xfrm>
          <a:prstGeom prst="line">
            <a:avLst/>
          </a:prstGeom>
          <a:ln w="15875" cap="rnd">
            <a:gradFill>
              <a:gsLst>
                <a:gs pos="0">
                  <a:schemeClr val="bg1">
                    <a:alpha val="57000"/>
                  </a:schemeClr>
                </a:gs>
                <a:gs pos="63000">
                  <a:schemeClr val="tx1">
                    <a:lumMod val="50000"/>
                    <a:lumOff val="5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5" name="矩形: 圆角 89"/>
          <p:cNvSpPr/>
          <p:nvPr/>
        </p:nvSpPr>
        <p:spPr>
          <a:xfrm>
            <a:off x="8408371" y="1794031"/>
            <a:ext cx="2869231" cy="1139334"/>
          </a:xfrm>
          <a:custGeom>
            <a:avLst/>
            <a:gdLst/>
            <a:ahLst/>
            <a:cxnLst/>
            <a:rect l="0" t="0" r="0" b="0"/>
            <a:pathLst>
              <a:path w="2869231" h="1139334">
                <a:moveTo>
                  <a:pt x="0" y="70787"/>
                </a:moveTo>
                <a:cubicBezTo>
                  <a:pt x="0" y="31692"/>
                  <a:pt x="31692" y="0"/>
                  <a:pt x="70787" y="0"/>
                </a:cubicBezTo>
                <a:lnTo>
                  <a:pt x="2798443" y="0"/>
                </a:lnTo>
                <a:cubicBezTo>
                  <a:pt x="2837538" y="0"/>
                  <a:pt x="2869230" y="31692"/>
                  <a:pt x="2869230" y="70787"/>
                </a:cubicBezTo>
                <a:lnTo>
                  <a:pt x="2869230" y="1068546"/>
                </a:lnTo>
                <a:cubicBezTo>
                  <a:pt x="2869230" y="1107641"/>
                  <a:pt x="2837538" y="1139333"/>
                  <a:pt x="2798443" y="1139333"/>
                </a:cubicBezTo>
                <a:lnTo>
                  <a:pt x="70787" y="1139333"/>
                </a:lnTo>
                <a:cubicBezTo>
                  <a:pt x="31692" y="1139333"/>
                  <a:pt x="0" y="1107641"/>
                  <a:pt x="0" y="1068546"/>
                </a:cubicBez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ea"/>
              <a:cs typeface="+mn-cs"/>
            </a:endParaRPr>
          </a:p>
        </p:txBody>
      </p:sp>
      <p:sp>
        <p:nvSpPr>
          <p:cNvPr id="46" name="文本框 45"/>
          <p:cNvSpPr txBox="1"/>
          <p:nvPr/>
        </p:nvSpPr>
        <p:spPr>
          <a:xfrm>
            <a:off x="8511098" y="1875811"/>
            <a:ext cx="1441420" cy="909160"/>
          </a:xfrm>
          <a:prstGeom prst="rect">
            <a:avLst/>
          </a:prstGeom>
          <a:noFill/>
        </p:spPr>
        <p:txBody>
          <a:bodyPr wrap="none">
            <a:spAutoFit/>
          </a:bodyPr>
          <a:lstStyle/>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a:p>
            <a:pPr marL="177800" marR="0" lvl="0" indent="-177800" algn="l" defTabSz="914400" rtl="0" eaLnBrk="1" fontAlgn="auto" latinLnBrk="0" hangingPunct="1">
              <a:lnSpc>
                <a:spcPct val="130000"/>
              </a:lnSpc>
              <a:spcBef>
                <a:spcPts val="0"/>
              </a:spcBef>
              <a:spcAft>
                <a:spcPts val="0"/>
              </a:spcAft>
              <a:buClrTx/>
              <a:buSzTx/>
              <a:buFont typeface="Arial" panose="020B0704020202020204" pitchFamily="34" charset="0"/>
              <a:buChar char="•"/>
              <a:defRPr/>
            </a:pPr>
            <a:r>
              <a:rPr kumimoji="0" lang="zh-CN" altLang="en-US" sz="1400" b="0" i="0" u="none" strike="noStrike" kern="1200" cap="none" spc="0" normalizeH="0" baseline="0" noProof="0" dirty="0">
                <a:ln>
                  <a:noFill/>
                </a:ln>
                <a:effectLst/>
                <a:uLnTx/>
                <a:uFillTx/>
                <a:latin typeface="+mn-ea"/>
                <a:cs typeface="OPPOSans M" panose="00020600040101010101" pitchFamily="18" charset="-122"/>
              </a:rPr>
              <a:t>输入实验内容</a:t>
            </a:r>
            <a:endParaRPr kumimoji="0" lang="zh-CN" altLang="en-US" sz="1400" b="0" i="0" u="none" strike="noStrike" kern="1200" cap="none" spc="0" normalizeH="0" baseline="0" noProof="0" dirty="0">
              <a:ln>
                <a:noFill/>
              </a:ln>
              <a:effectLst/>
              <a:uLnTx/>
              <a:uFillTx/>
              <a:latin typeface="+mn-ea"/>
              <a:cs typeface="OPPOSans M" panose="00020600040101010101" pitchFamily="18"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实验进度安排</a:t>
            </a:r>
            <a:endParaRPr lang="zh-CN" altLang="en-US" dirty="0"/>
          </a:p>
        </p:txBody>
      </p:sp>
      <p:sp>
        <p:nvSpPr>
          <p:cNvPr id="2" name="矩形 1"/>
          <p:cNvSpPr/>
          <p:nvPr/>
        </p:nvSpPr>
        <p:spPr>
          <a:xfrm>
            <a:off x="797091" y="1760328"/>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lumMod val="75000"/>
                  </a:schemeClr>
                </a:solidFill>
                <a:latin typeface="+mj-ea"/>
                <a:ea typeface="+mj-ea"/>
              </a:rPr>
              <a:t>实验安排</a:t>
            </a:r>
            <a:endParaRPr kumimoji="0" lang="zh-CN" altLang="en-US" sz="2000" b="1"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3" name="矩形 2"/>
          <p:cNvSpPr/>
          <p:nvPr/>
        </p:nvSpPr>
        <p:spPr>
          <a:xfrm>
            <a:off x="797091" y="2124166"/>
            <a:ext cx="1516380" cy="30670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rPr>
              <a:t>2025.07-2025.10</a:t>
            </a:r>
            <a:endPar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cxnSp>
        <p:nvCxnSpPr>
          <p:cNvPr id="12" name="直接连接符 11"/>
          <p:cNvCxnSpPr/>
          <p:nvPr/>
        </p:nvCxnSpPr>
        <p:spPr>
          <a:xfrm>
            <a:off x="770277" y="2622340"/>
            <a:ext cx="2421846"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矩形 7"/>
          <p:cNvSpPr/>
          <p:nvPr/>
        </p:nvSpPr>
        <p:spPr>
          <a:xfrm>
            <a:off x="770277" y="2765200"/>
            <a:ext cx="2421846" cy="2975199"/>
          </a:xfrm>
          <a:custGeom>
            <a:avLst/>
            <a:gdLst>
              <a:gd name="connsiteX0" fmla="*/ 108000 w 1827058"/>
              <a:gd name="connsiteY0" fmla="*/ 0 h 2418100"/>
              <a:gd name="connsiteX1" fmla="*/ 1719058 w 1827058"/>
              <a:gd name="connsiteY1" fmla="*/ 0 h 2418100"/>
              <a:gd name="connsiteX2" fmla="*/ 1827058 w 1827058"/>
              <a:gd name="connsiteY2" fmla="*/ 108000 h 2418100"/>
              <a:gd name="connsiteX3" fmla="*/ 1827058 w 1827058"/>
              <a:gd name="connsiteY3" fmla="*/ 2310100 h 2418100"/>
              <a:gd name="connsiteX4" fmla="*/ 1719058 w 1827058"/>
              <a:gd name="connsiteY4" fmla="*/ 2418100 h 2418100"/>
              <a:gd name="connsiteX5" fmla="*/ 108000 w 1827058"/>
              <a:gd name="connsiteY5" fmla="*/ 2418100 h 2418100"/>
              <a:gd name="connsiteX6" fmla="*/ 0 w 1827058"/>
              <a:gd name="connsiteY6" fmla="*/ 2310100 h 2418100"/>
              <a:gd name="connsiteX7" fmla="*/ 0 w 1827058"/>
              <a:gd name="connsiteY7" fmla="*/ 108000 h 2418100"/>
              <a:gd name="connsiteX8" fmla="*/ 108000 w 1827058"/>
              <a:gd name="connsiteY8" fmla="*/ 0 h 241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7058" h="2418100">
                <a:moveTo>
                  <a:pt x="108000" y="0"/>
                </a:moveTo>
                <a:lnTo>
                  <a:pt x="1719058" y="0"/>
                </a:lnTo>
                <a:cubicBezTo>
                  <a:pt x="1778674" y="0"/>
                  <a:pt x="1827058" y="48384"/>
                  <a:pt x="1827058" y="108000"/>
                </a:cubicBezTo>
                <a:lnTo>
                  <a:pt x="1827058" y="2310100"/>
                </a:lnTo>
                <a:cubicBezTo>
                  <a:pt x="1827058" y="2369716"/>
                  <a:pt x="1778674" y="2418100"/>
                  <a:pt x="1719058" y="2418100"/>
                </a:cubicBezTo>
                <a:lnTo>
                  <a:pt x="108000" y="2418100"/>
                </a:lnTo>
                <a:cubicBezTo>
                  <a:pt x="48384" y="2418100"/>
                  <a:pt x="0" y="2369716"/>
                  <a:pt x="0" y="2310100"/>
                </a:cubicBezTo>
                <a:lnTo>
                  <a:pt x="0" y="108000"/>
                </a:lnTo>
                <a:cubicBezTo>
                  <a:pt x="0" y="48384"/>
                  <a:pt x="48384" y="0"/>
                  <a:pt x="108000" y="0"/>
                </a:cubicBezTo>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9" name="文本框 88"/>
          <p:cNvSpPr txBox="1"/>
          <p:nvPr/>
        </p:nvSpPr>
        <p:spPr>
          <a:xfrm>
            <a:off x="816749" y="3046204"/>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92" name="文本框 91"/>
          <p:cNvSpPr txBox="1"/>
          <p:nvPr/>
        </p:nvSpPr>
        <p:spPr>
          <a:xfrm>
            <a:off x="816749" y="3888833"/>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93" name="文本框 92"/>
          <p:cNvSpPr txBox="1"/>
          <p:nvPr/>
        </p:nvSpPr>
        <p:spPr>
          <a:xfrm>
            <a:off x="816749" y="4731462"/>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15" name="矩形 114"/>
          <p:cNvSpPr/>
          <p:nvPr/>
        </p:nvSpPr>
        <p:spPr>
          <a:xfrm>
            <a:off x="3540291" y="1760328"/>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lumMod val="75000"/>
                  </a:schemeClr>
                </a:solidFill>
                <a:latin typeface="+mj-ea"/>
                <a:ea typeface="+mj-ea"/>
              </a:rPr>
              <a:t>实验安排</a:t>
            </a:r>
            <a:endParaRPr kumimoji="0" lang="zh-CN" altLang="en-US" sz="2000" b="1"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116" name="矩形 115"/>
          <p:cNvSpPr/>
          <p:nvPr/>
        </p:nvSpPr>
        <p:spPr>
          <a:xfrm>
            <a:off x="3540291" y="2124166"/>
            <a:ext cx="1516380" cy="30670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rPr>
              <a:t>2025.07-2025.10</a:t>
            </a:r>
            <a:endPar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cxnSp>
        <p:nvCxnSpPr>
          <p:cNvPr id="117" name="直接连接符 116"/>
          <p:cNvCxnSpPr/>
          <p:nvPr/>
        </p:nvCxnSpPr>
        <p:spPr>
          <a:xfrm>
            <a:off x="3513477" y="2622340"/>
            <a:ext cx="2421846"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8" name="矩形 7"/>
          <p:cNvSpPr/>
          <p:nvPr/>
        </p:nvSpPr>
        <p:spPr>
          <a:xfrm>
            <a:off x="3513477" y="2765200"/>
            <a:ext cx="2421846" cy="2975199"/>
          </a:xfrm>
          <a:custGeom>
            <a:avLst/>
            <a:gdLst>
              <a:gd name="connsiteX0" fmla="*/ 108000 w 1827058"/>
              <a:gd name="connsiteY0" fmla="*/ 0 h 2418100"/>
              <a:gd name="connsiteX1" fmla="*/ 1719058 w 1827058"/>
              <a:gd name="connsiteY1" fmla="*/ 0 h 2418100"/>
              <a:gd name="connsiteX2" fmla="*/ 1827058 w 1827058"/>
              <a:gd name="connsiteY2" fmla="*/ 108000 h 2418100"/>
              <a:gd name="connsiteX3" fmla="*/ 1827058 w 1827058"/>
              <a:gd name="connsiteY3" fmla="*/ 2310100 h 2418100"/>
              <a:gd name="connsiteX4" fmla="*/ 1719058 w 1827058"/>
              <a:gd name="connsiteY4" fmla="*/ 2418100 h 2418100"/>
              <a:gd name="connsiteX5" fmla="*/ 108000 w 1827058"/>
              <a:gd name="connsiteY5" fmla="*/ 2418100 h 2418100"/>
              <a:gd name="connsiteX6" fmla="*/ 0 w 1827058"/>
              <a:gd name="connsiteY6" fmla="*/ 2310100 h 2418100"/>
              <a:gd name="connsiteX7" fmla="*/ 0 w 1827058"/>
              <a:gd name="connsiteY7" fmla="*/ 108000 h 2418100"/>
              <a:gd name="connsiteX8" fmla="*/ 108000 w 1827058"/>
              <a:gd name="connsiteY8" fmla="*/ 0 h 241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7058" h="2418100">
                <a:moveTo>
                  <a:pt x="108000" y="0"/>
                </a:moveTo>
                <a:lnTo>
                  <a:pt x="1719058" y="0"/>
                </a:lnTo>
                <a:cubicBezTo>
                  <a:pt x="1778674" y="0"/>
                  <a:pt x="1827058" y="48384"/>
                  <a:pt x="1827058" y="108000"/>
                </a:cubicBezTo>
                <a:lnTo>
                  <a:pt x="1827058" y="2310100"/>
                </a:lnTo>
                <a:cubicBezTo>
                  <a:pt x="1827058" y="2369716"/>
                  <a:pt x="1778674" y="2418100"/>
                  <a:pt x="1719058" y="2418100"/>
                </a:cubicBezTo>
                <a:lnTo>
                  <a:pt x="108000" y="2418100"/>
                </a:lnTo>
                <a:cubicBezTo>
                  <a:pt x="48384" y="2418100"/>
                  <a:pt x="0" y="2369716"/>
                  <a:pt x="0" y="2310100"/>
                </a:cubicBezTo>
                <a:lnTo>
                  <a:pt x="0" y="108000"/>
                </a:lnTo>
                <a:cubicBezTo>
                  <a:pt x="0" y="48384"/>
                  <a:pt x="48384" y="0"/>
                  <a:pt x="108000" y="0"/>
                </a:cubicBezTo>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19" name="文本框 118"/>
          <p:cNvSpPr txBox="1"/>
          <p:nvPr/>
        </p:nvSpPr>
        <p:spPr>
          <a:xfrm>
            <a:off x="3559949" y="3046204"/>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20" name="文本框 119"/>
          <p:cNvSpPr txBox="1"/>
          <p:nvPr/>
        </p:nvSpPr>
        <p:spPr>
          <a:xfrm>
            <a:off x="3559949" y="3888833"/>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21" name="文本框 120"/>
          <p:cNvSpPr txBox="1"/>
          <p:nvPr/>
        </p:nvSpPr>
        <p:spPr>
          <a:xfrm>
            <a:off x="3559949" y="4731462"/>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22" name="矩形 121"/>
          <p:cNvSpPr/>
          <p:nvPr/>
        </p:nvSpPr>
        <p:spPr>
          <a:xfrm>
            <a:off x="6283491" y="1760328"/>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lumMod val="75000"/>
                  </a:schemeClr>
                </a:solidFill>
                <a:latin typeface="+mj-ea"/>
                <a:ea typeface="+mj-ea"/>
              </a:rPr>
              <a:t>实验安排</a:t>
            </a:r>
            <a:endParaRPr kumimoji="0" lang="zh-CN" altLang="en-US" sz="2000" b="1"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123" name="矩形 122"/>
          <p:cNvSpPr/>
          <p:nvPr/>
        </p:nvSpPr>
        <p:spPr>
          <a:xfrm>
            <a:off x="6283491" y="2124166"/>
            <a:ext cx="1516380" cy="30670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rPr>
              <a:t>2025.07-2025.10</a:t>
            </a:r>
            <a:endPar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cxnSp>
        <p:nvCxnSpPr>
          <p:cNvPr id="124" name="直接连接符 123"/>
          <p:cNvCxnSpPr/>
          <p:nvPr/>
        </p:nvCxnSpPr>
        <p:spPr>
          <a:xfrm>
            <a:off x="6256677" y="2622340"/>
            <a:ext cx="2421846"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5" name="矩形 7"/>
          <p:cNvSpPr/>
          <p:nvPr/>
        </p:nvSpPr>
        <p:spPr>
          <a:xfrm>
            <a:off x="6256677" y="2765200"/>
            <a:ext cx="2421846" cy="2975199"/>
          </a:xfrm>
          <a:custGeom>
            <a:avLst/>
            <a:gdLst>
              <a:gd name="connsiteX0" fmla="*/ 108000 w 1827058"/>
              <a:gd name="connsiteY0" fmla="*/ 0 h 2418100"/>
              <a:gd name="connsiteX1" fmla="*/ 1719058 w 1827058"/>
              <a:gd name="connsiteY1" fmla="*/ 0 h 2418100"/>
              <a:gd name="connsiteX2" fmla="*/ 1827058 w 1827058"/>
              <a:gd name="connsiteY2" fmla="*/ 108000 h 2418100"/>
              <a:gd name="connsiteX3" fmla="*/ 1827058 w 1827058"/>
              <a:gd name="connsiteY3" fmla="*/ 2310100 h 2418100"/>
              <a:gd name="connsiteX4" fmla="*/ 1719058 w 1827058"/>
              <a:gd name="connsiteY4" fmla="*/ 2418100 h 2418100"/>
              <a:gd name="connsiteX5" fmla="*/ 108000 w 1827058"/>
              <a:gd name="connsiteY5" fmla="*/ 2418100 h 2418100"/>
              <a:gd name="connsiteX6" fmla="*/ 0 w 1827058"/>
              <a:gd name="connsiteY6" fmla="*/ 2310100 h 2418100"/>
              <a:gd name="connsiteX7" fmla="*/ 0 w 1827058"/>
              <a:gd name="connsiteY7" fmla="*/ 108000 h 2418100"/>
              <a:gd name="connsiteX8" fmla="*/ 108000 w 1827058"/>
              <a:gd name="connsiteY8" fmla="*/ 0 h 241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7058" h="2418100">
                <a:moveTo>
                  <a:pt x="108000" y="0"/>
                </a:moveTo>
                <a:lnTo>
                  <a:pt x="1719058" y="0"/>
                </a:lnTo>
                <a:cubicBezTo>
                  <a:pt x="1778674" y="0"/>
                  <a:pt x="1827058" y="48384"/>
                  <a:pt x="1827058" y="108000"/>
                </a:cubicBezTo>
                <a:lnTo>
                  <a:pt x="1827058" y="2310100"/>
                </a:lnTo>
                <a:cubicBezTo>
                  <a:pt x="1827058" y="2369716"/>
                  <a:pt x="1778674" y="2418100"/>
                  <a:pt x="1719058" y="2418100"/>
                </a:cubicBezTo>
                <a:lnTo>
                  <a:pt x="108000" y="2418100"/>
                </a:lnTo>
                <a:cubicBezTo>
                  <a:pt x="48384" y="2418100"/>
                  <a:pt x="0" y="2369716"/>
                  <a:pt x="0" y="2310100"/>
                </a:cubicBezTo>
                <a:lnTo>
                  <a:pt x="0" y="108000"/>
                </a:lnTo>
                <a:cubicBezTo>
                  <a:pt x="0" y="48384"/>
                  <a:pt x="48384" y="0"/>
                  <a:pt x="108000" y="0"/>
                </a:cubicBezTo>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26" name="文本框 125"/>
          <p:cNvSpPr txBox="1"/>
          <p:nvPr/>
        </p:nvSpPr>
        <p:spPr>
          <a:xfrm>
            <a:off x="6303149" y="3046204"/>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27" name="文本框 126"/>
          <p:cNvSpPr txBox="1"/>
          <p:nvPr/>
        </p:nvSpPr>
        <p:spPr>
          <a:xfrm>
            <a:off x="6303149" y="3888833"/>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28" name="文本框 127"/>
          <p:cNvSpPr txBox="1"/>
          <p:nvPr/>
        </p:nvSpPr>
        <p:spPr>
          <a:xfrm>
            <a:off x="6303149" y="4731462"/>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29" name="矩形 128"/>
          <p:cNvSpPr/>
          <p:nvPr/>
        </p:nvSpPr>
        <p:spPr>
          <a:xfrm>
            <a:off x="9026691" y="1760328"/>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lumMod val="75000"/>
                  </a:schemeClr>
                </a:solidFill>
                <a:latin typeface="+mj-ea"/>
                <a:ea typeface="+mj-ea"/>
              </a:rPr>
              <a:t>实验安排</a:t>
            </a:r>
            <a:endParaRPr kumimoji="0" lang="zh-CN" altLang="en-US" sz="2000" b="1" i="0" u="none" strike="noStrike" kern="1200" cap="none" spc="0" normalizeH="0" baseline="0" noProof="0" dirty="0">
              <a:ln>
                <a:noFill/>
              </a:ln>
              <a:solidFill>
                <a:schemeClr val="accent1">
                  <a:lumMod val="75000"/>
                </a:schemeClr>
              </a:solidFill>
              <a:effectLst/>
              <a:uLnTx/>
              <a:uFillTx/>
              <a:latin typeface="+mj-ea"/>
              <a:ea typeface="+mj-ea"/>
              <a:cs typeface="+mn-cs"/>
            </a:endParaRPr>
          </a:p>
        </p:txBody>
      </p:sp>
      <p:sp>
        <p:nvSpPr>
          <p:cNvPr id="130" name="矩形 129"/>
          <p:cNvSpPr/>
          <p:nvPr/>
        </p:nvSpPr>
        <p:spPr>
          <a:xfrm>
            <a:off x="9026691" y="2124166"/>
            <a:ext cx="1516380" cy="30670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rPr>
              <a:t>2025.07-2025.10</a:t>
            </a:r>
            <a:endParaRPr kumimoji="0" lang="en-US" altLang="zh-CN" sz="1400" b="0" i="0" u="none" strike="noStrike" kern="1200" cap="none" spc="0" normalizeH="0" baseline="0" noProof="0" dirty="0">
              <a:ln>
                <a:noFill/>
              </a:ln>
              <a:solidFill>
                <a:schemeClr val="tx1">
                  <a:lumMod val="50000"/>
                  <a:lumOff val="50000"/>
                </a:schemeClr>
              </a:solidFill>
              <a:effectLst/>
              <a:uLnTx/>
              <a:uFillTx/>
              <a:latin typeface="+mn-ea"/>
              <a:cs typeface="+mn-cs"/>
            </a:endParaRPr>
          </a:p>
        </p:txBody>
      </p:sp>
      <p:cxnSp>
        <p:nvCxnSpPr>
          <p:cNvPr id="131" name="直接连接符 130"/>
          <p:cNvCxnSpPr/>
          <p:nvPr/>
        </p:nvCxnSpPr>
        <p:spPr>
          <a:xfrm>
            <a:off x="8999877" y="2622340"/>
            <a:ext cx="2421846"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2" name="矩形 7"/>
          <p:cNvSpPr/>
          <p:nvPr/>
        </p:nvSpPr>
        <p:spPr>
          <a:xfrm>
            <a:off x="8999877" y="2765200"/>
            <a:ext cx="2421846" cy="2975199"/>
          </a:xfrm>
          <a:custGeom>
            <a:avLst/>
            <a:gdLst>
              <a:gd name="connsiteX0" fmla="*/ 108000 w 1827058"/>
              <a:gd name="connsiteY0" fmla="*/ 0 h 2418100"/>
              <a:gd name="connsiteX1" fmla="*/ 1719058 w 1827058"/>
              <a:gd name="connsiteY1" fmla="*/ 0 h 2418100"/>
              <a:gd name="connsiteX2" fmla="*/ 1827058 w 1827058"/>
              <a:gd name="connsiteY2" fmla="*/ 108000 h 2418100"/>
              <a:gd name="connsiteX3" fmla="*/ 1827058 w 1827058"/>
              <a:gd name="connsiteY3" fmla="*/ 2310100 h 2418100"/>
              <a:gd name="connsiteX4" fmla="*/ 1719058 w 1827058"/>
              <a:gd name="connsiteY4" fmla="*/ 2418100 h 2418100"/>
              <a:gd name="connsiteX5" fmla="*/ 108000 w 1827058"/>
              <a:gd name="connsiteY5" fmla="*/ 2418100 h 2418100"/>
              <a:gd name="connsiteX6" fmla="*/ 0 w 1827058"/>
              <a:gd name="connsiteY6" fmla="*/ 2310100 h 2418100"/>
              <a:gd name="connsiteX7" fmla="*/ 0 w 1827058"/>
              <a:gd name="connsiteY7" fmla="*/ 108000 h 2418100"/>
              <a:gd name="connsiteX8" fmla="*/ 108000 w 1827058"/>
              <a:gd name="connsiteY8" fmla="*/ 0 h 241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7058" h="2418100">
                <a:moveTo>
                  <a:pt x="108000" y="0"/>
                </a:moveTo>
                <a:lnTo>
                  <a:pt x="1719058" y="0"/>
                </a:lnTo>
                <a:cubicBezTo>
                  <a:pt x="1778674" y="0"/>
                  <a:pt x="1827058" y="48384"/>
                  <a:pt x="1827058" y="108000"/>
                </a:cubicBezTo>
                <a:lnTo>
                  <a:pt x="1827058" y="2310100"/>
                </a:lnTo>
                <a:cubicBezTo>
                  <a:pt x="1827058" y="2369716"/>
                  <a:pt x="1778674" y="2418100"/>
                  <a:pt x="1719058" y="2418100"/>
                </a:cubicBezTo>
                <a:lnTo>
                  <a:pt x="108000" y="2418100"/>
                </a:lnTo>
                <a:cubicBezTo>
                  <a:pt x="48384" y="2418100"/>
                  <a:pt x="0" y="2369716"/>
                  <a:pt x="0" y="2310100"/>
                </a:cubicBezTo>
                <a:lnTo>
                  <a:pt x="0" y="108000"/>
                </a:lnTo>
                <a:cubicBezTo>
                  <a:pt x="0" y="48384"/>
                  <a:pt x="48384" y="0"/>
                  <a:pt x="108000" y="0"/>
                </a:cubicBezTo>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33" name="文本框 132"/>
          <p:cNvSpPr txBox="1"/>
          <p:nvPr/>
        </p:nvSpPr>
        <p:spPr>
          <a:xfrm>
            <a:off x="9046349" y="3046204"/>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34" name="文本框 133"/>
          <p:cNvSpPr txBox="1"/>
          <p:nvPr/>
        </p:nvSpPr>
        <p:spPr>
          <a:xfrm>
            <a:off x="9046349" y="3888833"/>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
        <p:nvSpPr>
          <p:cNvPr id="135" name="文本框 134"/>
          <p:cNvSpPr txBox="1"/>
          <p:nvPr/>
        </p:nvSpPr>
        <p:spPr>
          <a:xfrm>
            <a:off x="9046349" y="4731462"/>
            <a:ext cx="2328903" cy="702949"/>
          </a:xfrm>
          <a:prstGeom prst="rect">
            <a:avLst/>
          </a:prstGeom>
          <a:noFill/>
        </p:spPr>
        <p:txBody>
          <a:bodyPr wrap="square" rtlCol="0">
            <a:spAutoFit/>
          </a:bodyPr>
          <a:lstStyle/>
          <a:p>
            <a:pPr>
              <a:lnSpc>
                <a:spcPct val="130000"/>
              </a:lnSpc>
              <a:buClr>
                <a:schemeClr val="bg1"/>
              </a:buClr>
            </a:pPr>
            <a:r>
              <a:rPr lang="zh-CN" altLang="en-US" sz="1600" dirty="0">
                <a:solidFill>
                  <a:schemeClr val="bg1"/>
                </a:solidFill>
              </a:rPr>
              <a:t>这里输入正文内容这里输入正文内容这里</a:t>
            </a:r>
            <a:endParaRPr lang="zh-CN" altLang="en-US" sz="16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论文写作进度安排</a:t>
            </a:r>
            <a:endParaRPr lang="zh-CN" altLang="en-US" dirty="0"/>
          </a:p>
        </p:txBody>
      </p:sp>
      <p:sp>
        <p:nvSpPr>
          <p:cNvPr id="3" name="矩形 2"/>
          <p:cNvSpPr/>
          <p:nvPr/>
        </p:nvSpPr>
        <p:spPr>
          <a:xfrm>
            <a:off x="0" y="6308725"/>
            <a:ext cx="12192000" cy="549275"/>
          </a:xfrm>
          <a:prstGeom prst="rect">
            <a:avLst/>
          </a:prstGeom>
          <a:gradFill flip="none" rotWithShape="1">
            <a:gsLst>
              <a:gs pos="0">
                <a:schemeClr val="bg1">
                  <a:lumMod val="95000"/>
                </a:schemeClr>
              </a:gs>
              <a:gs pos="100000">
                <a:schemeClr val="bg1">
                  <a:lumMod val="9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7B2E40"/>
              </a:solidFill>
              <a:effectLst/>
              <a:uLnTx/>
              <a:uFillTx/>
              <a:latin typeface="Roboto"/>
              <a:ea typeface="思源黑体 CN Regular"/>
              <a:cs typeface="+mn-cs"/>
            </a:endParaRPr>
          </a:p>
        </p:txBody>
      </p:sp>
      <p:sp>
        <p:nvSpPr>
          <p:cNvPr id="2" name="文本框 1"/>
          <p:cNvSpPr txBox="1"/>
          <p:nvPr/>
        </p:nvSpPr>
        <p:spPr>
          <a:xfrm>
            <a:off x="874289" y="3948120"/>
            <a:ext cx="2595563" cy="1345946"/>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4" name="文本框 3"/>
          <p:cNvSpPr txBox="1"/>
          <p:nvPr/>
        </p:nvSpPr>
        <p:spPr>
          <a:xfrm>
            <a:off x="534638" y="5818139"/>
            <a:ext cx="327486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gradFill flip="none" rotWithShape="1">
                  <a:gsLst>
                    <a:gs pos="0">
                      <a:schemeClr val="accent1"/>
                    </a:gs>
                    <a:gs pos="100000">
                      <a:schemeClr val="accent1">
                        <a:lumMod val="50000"/>
                      </a:schemeClr>
                    </a:gs>
                  </a:gsLst>
                  <a:lin ang="5400000" scaled="1"/>
                  <a:tileRect/>
                </a:gradFill>
                <a:effectLst>
                  <a:reflection blurRad="6350" stA="55000" endA="300" endPos="45500" dir="5400000" sy="-100000" algn="bl" rotWithShape="0"/>
                </a:effectLst>
                <a:uLnTx/>
                <a:uFillTx/>
                <a:latin typeface="+mj-ea"/>
                <a:ea typeface="+mj-ea"/>
                <a:cs typeface="+mn-cs"/>
              </a:rPr>
              <a:t>2023-2024</a:t>
            </a:r>
            <a:endParaRPr kumimoji="0" lang="en-US" altLang="zh-CN" sz="3600" b="1" i="0" u="none" strike="noStrike" kern="1200" cap="none" spc="0" normalizeH="0" baseline="0" noProof="0" dirty="0">
              <a:ln>
                <a:noFill/>
              </a:ln>
              <a:gradFill flip="none" rotWithShape="1">
                <a:gsLst>
                  <a:gs pos="0">
                    <a:schemeClr val="accent1"/>
                  </a:gs>
                  <a:gs pos="100000">
                    <a:schemeClr val="accent1">
                      <a:lumMod val="50000"/>
                    </a:schemeClr>
                  </a:gs>
                </a:gsLst>
                <a:lin ang="5400000" scaled="1"/>
                <a:tileRect/>
              </a:gradFill>
              <a:effectLst>
                <a:reflection blurRad="6350" stA="55000" endA="300" endPos="45500" dir="5400000" sy="-100000" algn="bl" rotWithShape="0"/>
              </a:effectLst>
              <a:uLnTx/>
              <a:uFillTx/>
              <a:latin typeface="+mj-ea"/>
              <a:ea typeface="+mj-ea"/>
              <a:cs typeface="+mn-cs"/>
            </a:endParaRPr>
          </a:p>
        </p:txBody>
      </p:sp>
      <p:sp>
        <p:nvSpPr>
          <p:cNvPr id="7" name="椭圆 6"/>
          <p:cNvSpPr/>
          <p:nvPr/>
        </p:nvSpPr>
        <p:spPr>
          <a:xfrm rot="19741494">
            <a:off x="1221027" y="1404794"/>
            <a:ext cx="1902086" cy="1902086"/>
          </a:xfrm>
          <a:prstGeom prst="ellipse">
            <a:avLst/>
          </a:prstGeom>
          <a:gradFill flip="none" rotWithShape="1">
            <a:gsLst>
              <a:gs pos="61000">
                <a:schemeClr val="bg1">
                  <a:alpha val="36000"/>
                </a:schemeClr>
              </a:gs>
              <a:gs pos="97000">
                <a:schemeClr val="accent1">
                  <a:lumMod val="73000"/>
                  <a:lumOff val="27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 name="椭圆 7"/>
          <p:cNvSpPr/>
          <p:nvPr/>
        </p:nvSpPr>
        <p:spPr>
          <a:xfrm>
            <a:off x="1516251" y="1700018"/>
            <a:ext cx="1311638" cy="1311638"/>
          </a:xfrm>
          <a:prstGeom prst="ellipse">
            <a:avLst/>
          </a:prstGeom>
          <a:gradFill flip="none" rotWithShape="1">
            <a:gsLst>
              <a:gs pos="0">
                <a:schemeClr val="accent1">
                  <a:lumMod val="90000"/>
                  <a:lumOff val="10000"/>
                </a:schemeClr>
              </a:gs>
              <a:gs pos="100000">
                <a:schemeClr val="accent1">
                  <a:lumMod val="50000"/>
                </a:schemeClr>
              </a:gs>
            </a:gsLst>
            <a:path path="circle">
              <a:fillToRect r="100000" b="100000"/>
            </a:path>
            <a:tileRect l="-100000" t="-100000"/>
          </a:gradFill>
          <a:ln>
            <a:noFill/>
          </a:ln>
          <a:effectLst>
            <a:outerShdw blurRad="330200" dist="317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11" name="文本框 10"/>
          <p:cNvSpPr txBox="1"/>
          <p:nvPr/>
        </p:nvSpPr>
        <p:spPr>
          <a:xfrm>
            <a:off x="699336" y="3375967"/>
            <a:ext cx="29454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1"/>
                </a:solidFill>
                <a:effectLst/>
                <a:uLnTx/>
                <a:uFillTx/>
                <a:latin typeface="+mj-ea"/>
                <a:ea typeface="+mj-ea"/>
                <a:cs typeface="+mn-cs"/>
              </a:rPr>
              <a:t>查阅文献</a:t>
            </a:r>
            <a:r>
              <a:rPr kumimoji="0" lang="en-US" altLang="zh-CN" sz="2400" b="1" i="0" u="none" strike="noStrike" kern="1200" cap="none" spc="0" normalizeH="0" baseline="0" noProof="0" dirty="0">
                <a:ln>
                  <a:noFill/>
                </a:ln>
                <a:solidFill>
                  <a:schemeClr val="accent1"/>
                </a:solidFill>
                <a:effectLst/>
                <a:uLnTx/>
                <a:uFillTx/>
                <a:latin typeface="+mj-ea"/>
                <a:ea typeface="+mj-ea"/>
                <a:cs typeface="+mn-cs"/>
              </a:rPr>
              <a:t>/</a:t>
            </a:r>
            <a:r>
              <a:rPr kumimoji="0" lang="zh-CN" altLang="en-US" sz="2400" b="1" i="0" u="none" strike="noStrike" kern="1200" cap="none" spc="0" normalizeH="0" baseline="0" noProof="0" dirty="0">
                <a:ln>
                  <a:noFill/>
                </a:ln>
                <a:solidFill>
                  <a:schemeClr val="accent1"/>
                </a:solidFill>
                <a:effectLst/>
                <a:uLnTx/>
                <a:uFillTx/>
                <a:latin typeface="+mj-ea"/>
                <a:ea typeface="+mj-ea"/>
                <a:cs typeface="+mn-cs"/>
              </a:rPr>
              <a:t>撰写综述</a:t>
            </a:r>
            <a:endParaRPr kumimoji="0" lang="zh-CN" altLang="en-US" sz="2400" b="1" i="0" u="none" strike="noStrike" kern="1200" cap="none" spc="0" normalizeH="0" baseline="0" noProof="0" dirty="0">
              <a:ln>
                <a:noFill/>
              </a:ln>
              <a:solidFill>
                <a:schemeClr val="accent1"/>
              </a:solidFill>
              <a:effectLst/>
              <a:uLnTx/>
              <a:uFillTx/>
              <a:latin typeface="+mj-ea"/>
              <a:ea typeface="+mj-ea"/>
              <a:cs typeface="+mn-cs"/>
            </a:endParaRPr>
          </a:p>
        </p:txBody>
      </p:sp>
      <p:sp>
        <p:nvSpPr>
          <p:cNvPr id="19" name="文本框 18"/>
          <p:cNvSpPr txBox="1"/>
          <p:nvPr/>
        </p:nvSpPr>
        <p:spPr>
          <a:xfrm>
            <a:off x="1812505" y="2125005"/>
            <a:ext cx="7191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mj-ea"/>
                <a:ea typeface="+mj-ea"/>
                <a:cs typeface="+mn-cs"/>
              </a:rPr>
              <a:t>01</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22" name="文本框 21"/>
          <p:cNvSpPr txBox="1"/>
          <p:nvPr/>
        </p:nvSpPr>
        <p:spPr>
          <a:xfrm>
            <a:off x="4798219" y="3948120"/>
            <a:ext cx="2595563" cy="1345946"/>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23" name="文本框 22"/>
          <p:cNvSpPr txBox="1"/>
          <p:nvPr/>
        </p:nvSpPr>
        <p:spPr>
          <a:xfrm>
            <a:off x="4458568" y="5818139"/>
            <a:ext cx="327486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gradFill flip="none" rotWithShape="1">
                  <a:gsLst>
                    <a:gs pos="0">
                      <a:schemeClr val="accent1"/>
                    </a:gs>
                    <a:gs pos="100000">
                      <a:schemeClr val="accent1">
                        <a:lumMod val="50000"/>
                      </a:schemeClr>
                    </a:gs>
                  </a:gsLst>
                  <a:lin ang="5400000" scaled="1"/>
                  <a:tileRect/>
                </a:gradFill>
                <a:effectLst>
                  <a:reflection blurRad="6350" stA="55000" endA="300" endPos="45500" dir="5400000" sy="-100000" algn="bl" rotWithShape="0"/>
                </a:effectLst>
                <a:uLnTx/>
                <a:uFillTx/>
                <a:latin typeface="+mj-ea"/>
                <a:ea typeface="+mj-ea"/>
                <a:cs typeface="+mn-cs"/>
              </a:rPr>
              <a:t>2024-2025</a:t>
            </a:r>
            <a:endParaRPr kumimoji="0" lang="en-US" altLang="zh-CN" sz="3600" b="1" i="0" u="none" strike="noStrike" kern="1200" cap="none" spc="0" normalizeH="0" baseline="0" noProof="0" dirty="0">
              <a:ln>
                <a:noFill/>
              </a:ln>
              <a:gradFill flip="none" rotWithShape="1">
                <a:gsLst>
                  <a:gs pos="0">
                    <a:schemeClr val="accent1"/>
                  </a:gs>
                  <a:gs pos="100000">
                    <a:schemeClr val="accent1">
                      <a:lumMod val="50000"/>
                    </a:schemeClr>
                  </a:gs>
                </a:gsLst>
                <a:lin ang="5400000" scaled="1"/>
                <a:tileRect/>
              </a:gradFill>
              <a:effectLst>
                <a:reflection blurRad="6350" stA="55000" endA="300" endPos="45500" dir="5400000" sy="-100000" algn="bl" rotWithShape="0"/>
              </a:effectLst>
              <a:uLnTx/>
              <a:uFillTx/>
              <a:latin typeface="+mj-ea"/>
              <a:ea typeface="+mj-ea"/>
              <a:cs typeface="+mn-cs"/>
            </a:endParaRPr>
          </a:p>
        </p:txBody>
      </p:sp>
      <p:sp>
        <p:nvSpPr>
          <p:cNvPr id="24" name="椭圆 23"/>
          <p:cNvSpPr/>
          <p:nvPr/>
        </p:nvSpPr>
        <p:spPr>
          <a:xfrm rot="19741494">
            <a:off x="5144957" y="1404794"/>
            <a:ext cx="1902086" cy="1902086"/>
          </a:xfrm>
          <a:prstGeom prst="ellipse">
            <a:avLst/>
          </a:prstGeom>
          <a:gradFill flip="none" rotWithShape="1">
            <a:gsLst>
              <a:gs pos="61000">
                <a:schemeClr val="bg1">
                  <a:alpha val="36000"/>
                </a:schemeClr>
              </a:gs>
              <a:gs pos="97000">
                <a:schemeClr val="accent1">
                  <a:lumMod val="73000"/>
                  <a:lumOff val="27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5" name="椭圆 24"/>
          <p:cNvSpPr/>
          <p:nvPr/>
        </p:nvSpPr>
        <p:spPr>
          <a:xfrm>
            <a:off x="5440181" y="1700018"/>
            <a:ext cx="1311638" cy="1311638"/>
          </a:xfrm>
          <a:prstGeom prst="ellipse">
            <a:avLst/>
          </a:prstGeom>
          <a:gradFill flip="none" rotWithShape="1">
            <a:gsLst>
              <a:gs pos="0">
                <a:schemeClr val="accent1">
                  <a:lumMod val="90000"/>
                  <a:lumOff val="10000"/>
                </a:schemeClr>
              </a:gs>
              <a:gs pos="100000">
                <a:schemeClr val="accent1">
                  <a:lumMod val="50000"/>
                </a:schemeClr>
              </a:gs>
            </a:gsLst>
            <a:path path="circle">
              <a:fillToRect r="100000" b="100000"/>
            </a:path>
            <a:tileRect l="-100000" t="-100000"/>
          </a:gradFill>
          <a:ln>
            <a:noFill/>
          </a:ln>
          <a:effectLst>
            <a:outerShdw blurRad="330200" dist="317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26" name="文本框 25"/>
          <p:cNvSpPr txBox="1"/>
          <p:nvPr/>
        </p:nvSpPr>
        <p:spPr>
          <a:xfrm>
            <a:off x="4623266" y="3375967"/>
            <a:ext cx="29454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chemeClr val="accent1"/>
                </a:solidFill>
                <a:latin typeface="+mj-ea"/>
                <a:ea typeface="+mj-ea"/>
              </a:rPr>
              <a:t>完成实验</a:t>
            </a:r>
            <a:r>
              <a:rPr kumimoji="0" lang="en-US" altLang="zh-CN" sz="2400" b="1" i="0" u="none" strike="noStrike" kern="1200" cap="none" spc="0" normalizeH="0" baseline="0" noProof="0" dirty="0">
                <a:ln>
                  <a:noFill/>
                </a:ln>
                <a:solidFill>
                  <a:schemeClr val="accent1"/>
                </a:solidFill>
                <a:effectLst/>
                <a:uLnTx/>
                <a:uFillTx/>
                <a:latin typeface="+mj-ea"/>
                <a:ea typeface="+mj-ea"/>
                <a:cs typeface="+mn-cs"/>
              </a:rPr>
              <a:t>/</a:t>
            </a:r>
            <a:r>
              <a:rPr lang="zh-CN" altLang="en-US" sz="2400" b="1" dirty="0">
                <a:solidFill>
                  <a:schemeClr val="accent1"/>
                </a:solidFill>
                <a:latin typeface="+mj-ea"/>
                <a:ea typeface="+mj-ea"/>
              </a:rPr>
              <a:t>分析数据</a:t>
            </a:r>
            <a:endParaRPr kumimoji="0" lang="zh-CN" altLang="en-US" sz="2400" b="1" i="0" u="none" strike="noStrike" kern="1200" cap="none" spc="0" normalizeH="0" baseline="0" noProof="0" dirty="0">
              <a:ln>
                <a:noFill/>
              </a:ln>
              <a:solidFill>
                <a:schemeClr val="accent1"/>
              </a:solidFill>
              <a:effectLst/>
              <a:uLnTx/>
              <a:uFillTx/>
              <a:latin typeface="+mj-ea"/>
              <a:ea typeface="+mj-ea"/>
              <a:cs typeface="+mn-cs"/>
            </a:endParaRPr>
          </a:p>
        </p:txBody>
      </p:sp>
      <p:sp>
        <p:nvSpPr>
          <p:cNvPr id="27" name="文本框 26"/>
          <p:cNvSpPr txBox="1"/>
          <p:nvPr/>
        </p:nvSpPr>
        <p:spPr>
          <a:xfrm>
            <a:off x="5736435" y="2125005"/>
            <a:ext cx="7191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mj-ea"/>
                <a:ea typeface="+mj-ea"/>
                <a:cs typeface="+mn-cs"/>
              </a:rPr>
              <a:t>02</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
        <p:nvSpPr>
          <p:cNvPr id="28" name="文本框 27"/>
          <p:cNvSpPr txBox="1"/>
          <p:nvPr/>
        </p:nvSpPr>
        <p:spPr>
          <a:xfrm>
            <a:off x="8722149" y="3948120"/>
            <a:ext cx="2595563" cy="1345946"/>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29" name="文本框 28"/>
          <p:cNvSpPr txBox="1"/>
          <p:nvPr/>
        </p:nvSpPr>
        <p:spPr>
          <a:xfrm>
            <a:off x="8382498" y="5818139"/>
            <a:ext cx="327486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gradFill flip="none" rotWithShape="1">
                  <a:gsLst>
                    <a:gs pos="0">
                      <a:schemeClr val="accent1"/>
                    </a:gs>
                    <a:gs pos="100000">
                      <a:schemeClr val="accent1">
                        <a:lumMod val="50000"/>
                      </a:schemeClr>
                    </a:gs>
                  </a:gsLst>
                  <a:lin ang="5400000" scaled="1"/>
                  <a:tileRect/>
                </a:gradFill>
                <a:effectLst>
                  <a:reflection blurRad="6350" stA="55000" endA="300" endPos="45500" dir="5400000" sy="-100000" algn="bl" rotWithShape="0"/>
                </a:effectLst>
                <a:uLnTx/>
                <a:uFillTx/>
                <a:latin typeface="+mj-ea"/>
                <a:ea typeface="+mj-ea"/>
                <a:cs typeface="+mn-cs"/>
              </a:rPr>
              <a:t>2025-2026</a:t>
            </a:r>
            <a:endParaRPr kumimoji="0" lang="en-US" altLang="zh-CN" sz="3600" b="1" i="0" u="none" strike="noStrike" kern="1200" cap="none" spc="0" normalizeH="0" baseline="0" noProof="0" dirty="0">
              <a:ln>
                <a:noFill/>
              </a:ln>
              <a:gradFill flip="none" rotWithShape="1">
                <a:gsLst>
                  <a:gs pos="0">
                    <a:schemeClr val="accent1"/>
                  </a:gs>
                  <a:gs pos="100000">
                    <a:schemeClr val="accent1">
                      <a:lumMod val="50000"/>
                    </a:schemeClr>
                  </a:gs>
                </a:gsLst>
                <a:lin ang="5400000" scaled="1"/>
                <a:tileRect/>
              </a:gradFill>
              <a:effectLst>
                <a:reflection blurRad="6350" stA="55000" endA="300" endPos="45500" dir="5400000" sy="-100000" algn="bl" rotWithShape="0"/>
              </a:effectLst>
              <a:uLnTx/>
              <a:uFillTx/>
              <a:latin typeface="+mj-ea"/>
              <a:ea typeface="+mj-ea"/>
              <a:cs typeface="+mn-cs"/>
            </a:endParaRPr>
          </a:p>
        </p:txBody>
      </p:sp>
      <p:sp>
        <p:nvSpPr>
          <p:cNvPr id="30" name="椭圆 29"/>
          <p:cNvSpPr/>
          <p:nvPr/>
        </p:nvSpPr>
        <p:spPr>
          <a:xfrm rot="19741494">
            <a:off x="9068887" y="1404794"/>
            <a:ext cx="1902086" cy="1902086"/>
          </a:xfrm>
          <a:prstGeom prst="ellipse">
            <a:avLst/>
          </a:prstGeom>
          <a:gradFill flip="none" rotWithShape="1">
            <a:gsLst>
              <a:gs pos="61000">
                <a:schemeClr val="bg1">
                  <a:alpha val="36000"/>
                </a:schemeClr>
              </a:gs>
              <a:gs pos="97000">
                <a:schemeClr val="accent1">
                  <a:lumMod val="73000"/>
                  <a:lumOff val="27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31" name="椭圆 30"/>
          <p:cNvSpPr/>
          <p:nvPr/>
        </p:nvSpPr>
        <p:spPr>
          <a:xfrm>
            <a:off x="9364111" y="1700018"/>
            <a:ext cx="1311638" cy="1311638"/>
          </a:xfrm>
          <a:prstGeom prst="ellipse">
            <a:avLst/>
          </a:prstGeom>
          <a:gradFill flip="none" rotWithShape="1">
            <a:gsLst>
              <a:gs pos="0">
                <a:schemeClr val="accent1">
                  <a:lumMod val="90000"/>
                  <a:lumOff val="10000"/>
                </a:schemeClr>
              </a:gs>
              <a:gs pos="100000">
                <a:schemeClr val="accent1">
                  <a:lumMod val="50000"/>
                </a:schemeClr>
              </a:gs>
            </a:gsLst>
            <a:path path="circle">
              <a:fillToRect r="100000" b="100000"/>
            </a:path>
            <a:tileRect l="-100000" t="-100000"/>
          </a:gradFill>
          <a:ln>
            <a:noFill/>
          </a:ln>
          <a:effectLst>
            <a:outerShdw blurRad="330200" dist="3175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a:cs typeface="+mn-cs"/>
            </a:endParaRPr>
          </a:p>
        </p:txBody>
      </p:sp>
      <p:sp>
        <p:nvSpPr>
          <p:cNvPr id="32" name="文本框 31"/>
          <p:cNvSpPr txBox="1"/>
          <p:nvPr/>
        </p:nvSpPr>
        <p:spPr>
          <a:xfrm>
            <a:off x="8547196" y="3375967"/>
            <a:ext cx="294546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chemeClr val="accent1"/>
                </a:solidFill>
                <a:latin typeface="+mj-ea"/>
                <a:ea typeface="+mj-ea"/>
              </a:rPr>
              <a:t>撰写论文</a:t>
            </a:r>
            <a:r>
              <a:rPr kumimoji="0" lang="en-US" altLang="zh-CN" sz="2400" b="1" i="0" u="none" strike="noStrike" kern="1200" cap="none" spc="0" normalizeH="0" baseline="0" noProof="0" dirty="0">
                <a:ln>
                  <a:noFill/>
                </a:ln>
                <a:solidFill>
                  <a:schemeClr val="accent1"/>
                </a:solidFill>
                <a:effectLst/>
                <a:uLnTx/>
                <a:uFillTx/>
                <a:latin typeface="+mj-ea"/>
                <a:ea typeface="+mj-ea"/>
                <a:cs typeface="+mn-cs"/>
              </a:rPr>
              <a:t>/</a:t>
            </a:r>
            <a:r>
              <a:rPr lang="zh-CN" altLang="en-US" sz="2400" b="1" dirty="0">
                <a:solidFill>
                  <a:schemeClr val="accent1"/>
                </a:solidFill>
                <a:latin typeface="+mj-ea"/>
                <a:ea typeface="+mj-ea"/>
              </a:rPr>
              <a:t>准备投稿</a:t>
            </a:r>
            <a:endParaRPr kumimoji="0" lang="zh-CN" altLang="en-US" sz="2400" b="1" i="0" u="none" strike="noStrike" kern="1200" cap="none" spc="0" normalizeH="0" baseline="0" noProof="0" dirty="0">
              <a:ln>
                <a:noFill/>
              </a:ln>
              <a:solidFill>
                <a:schemeClr val="accent1"/>
              </a:solidFill>
              <a:effectLst/>
              <a:uLnTx/>
              <a:uFillTx/>
              <a:latin typeface="+mj-ea"/>
              <a:ea typeface="+mj-ea"/>
              <a:cs typeface="+mn-cs"/>
            </a:endParaRPr>
          </a:p>
        </p:txBody>
      </p:sp>
      <p:sp>
        <p:nvSpPr>
          <p:cNvPr id="33" name="文本框 32"/>
          <p:cNvSpPr txBox="1"/>
          <p:nvPr/>
        </p:nvSpPr>
        <p:spPr>
          <a:xfrm>
            <a:off x="9660365" y="2125005"/>
            <a:ext cx="71913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mj-ea"/>
                <a:ea typeface="+mj-ea"/>
                <a:cs typeface="+mn-cs"/>
              </a:rPr>
              <a:t>03</a:t>
            </a:r>
            <a:endParaRPr kumimoji="0" lang="zh-CN" altLang="en-US" sz="2400" b="1" i="0" u="none" strike="noStrike" kern="1200" cap="none" spc="0" normalizeH="0" baseline="0" noProof="0" dirty="0">
              <a:ln>
                <a:noFill/>
              </a:ln>
              <a:solidFill>
                <a:prstClr val="white"/>
              </a:solidFill>
              <a:effectLst/>
              <a:uLnTx/>
              <a:uFillTx/>
              <a:latin typeface="+mj-ea"/>
              <a:ea typeface="+mj-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31877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095500" y="2336800"/>
            <a:ext cx="2184400" cy="21844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2252301" y="2493601"/>
            <a:ext cx="1870798" cy="1870798"/>
          </a:xfrm>
          <a:prstGeom prst="ellipse">
            <a:avLst/>
          </a:prstGeom>
          <a:gradFill flip="none" rotWithShape="1">
            <a:gsLst>
              <a:gs pos="0">
                <a:schemeClr val="accent1"/>
              </a:gs>
              <a:gs pos="100000">
                <a:schemeClr val="accent1">
                  <a:lumMod val="88000"/>
                  <a:lumOff val="12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p:cNvSpPr txBox="1"/>
          <p:nvPr/>
        </p:nvSpPr>
        <p:spPr>
          <a:xfrm>
            <a:off x="2430120" y="2705725"/>
            <a:ext cx="1515158" cy="1446550"/>
          </a:xfrm>
          <a:prstGeom prst="rect">
            <a:avLst/>
          </a:prstGeom>
          <a:noFill/>
        </p:spPr>
        <p:txBody>
          <a:bodyPr wrap="none" rtlCol="0">
            <a:spAutoFit/>
          </a:bodyPr>
          <a:lstStyle/>
          <a:p>
            <a:pPr algn="ctr"/>
            <a:r>
              <a:rPr lang="en-US" altLang="zh-CN" sz="8800" b="1" dirty="0">
                <a:solidFill>
                  <a:schemeClr val="bg1"/>
                </a:solidFill>
                <a:latin typeface="思源黑体 CN" panose="020B0800000000000000" pitchFamily="34" charset="-122"/>
                <a:ea typeface="+mj-ea"/>
              </a:rPr>
              <a:t>06</a:t>
            </a:r>
            <a:endParaRPr lang="zh-CN" altLang="en-US" sz="8800" b="1" dirty="0">
              <a:solidFill>
                <a:schemeClr val="bg1"/>
              </a:solidFill>
              <a:latin typeface="思源黑体 CN" panose="020B0800000000000000" pitchFamily="34" charset="-122"/>
              <a:ea typeface="+mj-ea"/>
            </a:endParaRPr>
          </a:p>
        </p:txBody>
      </p:sp>
      <p:sp>
        <p:nvSpPr>
          <p:cNvPr id="109" name="文本框 108"/>
          <p:cNvSpPr txBox="1"/>
          <p:nvPr/>
        </p:nvSpPr>
        <p:spPr>
          <a:xfrm>
            <a:off x="482861" y="1389977"/>
            <a:ext cx="1200329" cy="4078039"/>
          </a:xfrm>
          <a:prstGeom prst="rect">
            <a:avLst/>
          </a:prstGeom>
          <a:noFill/>
        </p:spPr>
        <p:txBody>
          <a:bodyPr vert="eaVert" wrap="none" rtlCol="0">
            <a:spAutoFit/>
          </a:bodyPr>
          <a:lstStyle/>
          <a:p>
            <a:pPr algn="ctr"/>
            <a:r>
              <a:rPr lang="en-US" altLang="zh-CN" sz="6600" b="1" spc="300" dirty="0">
                <a:ln>
                  <a:solidFill>
                    <a:schemeClr val="bg1"/>
                  </a:solidFill>
                </a:ln>
                <a:noFill/>
                <a:latin typeface="思源黑体 CN" panose="020B0800000000000000" pitchFamily="34" charset="-122"/>
              </a:rPr>
              <a:t>PART SIX</a:t>
            </a:r>
            <a:endParaRPr lang="zh-CN" altLang="en-US" sz="6600" b="1" spc="300" dirty="0">
              <a:ln>
                <a:solidFill>
                  <a:schemeClr val="bg1"/>
                </a:solidFill>
              </a:ln>
              <a:noFill/>
              <a:latin typeface="思源黑体 CN" panose="020B0800000000000000" pitchFamily="34" charset="-122"/>
            </a:endParaRPr>
          </a:p>
        </p:txBody>
      </p:sp>
      <p:sp>
        <p:nvSpPr>
          <p:cNvPr id="113" name="文本框 112"/>
          <p:cNvSpPr txBox="1"/>
          <p:nvPr/>
        </p:nvSpPr>
        <p:spPr>
          <a:xfrm>
            <a:off x="6309490" y="2243595"/>
            <a:ext cx="3801041" cy="769441"/>
          </a:xfrm>
          <a:prstGeom prst="rect">
            <a:avLst/>
          </a:prstGeom>
          <a:noFill/>
        </p:spPr>
        <p:txBody>
          <a:bodyPr wrap="none" rtlCol="0" anchor="ctr">
            <a:spAutoFit/>
          </a:bodyPr>
          <a:lstStyle/>
          <a:p>
            <a:pPr lvl="0">
              <a:buSzPct val="100000"/>
              <a:defRPr/>
            </a:pPr>
            <a:r>
              <a:rPr lang="zh-CN" altLang="en-US" sz="4400" b="1" spc="300" noProof="1">
                <a:solidFill>
                  <a:schemeClr val="accent1"/>
                </a:solidFill>
                <a:latin typeface="+mj-ea"/>
                <a:ea typeface="+mj-ea"/>
              </a:rPr>
              <a:t>预期实验结果</a:t>
            </a:r>
            <a:endParaRPr lang="zh-CN" altLang="en-US" sz="4400" b="1" spc="300" noProof="1">
              <a:solidFill>
                <a:schemeClr val="accent1"/>
              </a:solidFill>
              <a:latin typeface="+mj-ea"/>
              <a:ea typeface="+mj-ea"/>
            </a:endParaRPr>
          </a:p>
        </p:txBody>
      </p:sp>
      <p:sp>
        <p:nvSpPr>
          <p:cNvPr id="117" name="文本框 116"/>
          <p:cNvSpPr txBox="1"/>
          <p:nvPr/>
        </p:nvSpPr>
        <p:spPr>
          <a:xfrm>
            <a:off x="6309490" y="2989410"/>
            <a:ext cx="2468817" cy="369332"/>
          </a:xfrm>
          <a:prstGeom prst="rect">
            <a:avLst/>
          </a:prstGeom>
          <a:noFill/>
        </p:spPr>
        <p:txBody>
          <a:bodyPr wrap="none">
            <a:spAutoFit/>
          </a:bodyPr>
          <a:lstStyle/>
          <a:p>
            <a:r>
              <a:rPr lang="en-US" altLang="zh-CN" spc="300" dirty="0">
                <a:solidFill>
                  <a:schemeClr val="tx1">
                    <a:lumMod val="75000"/>
                    <a:lumOff val="25000"/>
                  </a:schemeClr>
                </a:solidFill>
              </a:rPr>
              <a:t>Expected results</a:t>
            </a:r>
            <a:endParaRPr lang="en-US" altLang="zh-CN" spc="300" dirty="0">
              <a:solidFill>
                <a:schemeClr val="tx1">
                  <a:lumMod val="75000"/>
                  <a:lumOff val="25000"/>
                </a:schemeClr>
              </a:solidFill>
            </a:endParaRPr>
          </a:p>
        </p:txBody>
      </p:sp>
      <p:cxnSp>
        <p:nvCxnSpPr>
          <p:cNvPr id="120" name="直接连接符 119"/>
          <p:cNvCxnSpPr/>
          <p:nvPr/>
        </p:nvCxnSpPr>
        <p:spPr>
          <a:xfrm>
            <a:off x="6331760" y="3424015"/>
            <a:ext cx="3778771" cy="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6947485" y="3758851"/>
            <a:ext cx="2012089" cy="455446"/>
          </a:xfrm>
          <a:prstGeom prst="rect">
            <a:avLst/>
          </a:prstGeom>
          <a:noFill/>
        </p:spPr>
        <p:txBody>
          <a:bodyPr wrap="none" rtlCol="0">
            <a:spAutoFit/>
          </a:bodyPr>
          <a:lstStyle/>
          <a:p>
            <a:pPr marL="285750" indent="-285750">
              <a:lnSpc>
                <a:spcPct val="130000"/>
              </a:lnSpc>
              <a:buClr>
                <a:schemeClr val="accent1"/>
              </a:buClr>
              <a:buFont typeface="Wingdings" panose="05000000000000000000" pitchFamily="2" charset="2"/>
              <a:buChar char="n"/>
            </a:pPr>
            <a:r>
              <a:rPr lang="zh-CN" altLang="en-US" sz="2000" dirty="0"/>
              <a:t>预期实验结果</a:t>
            </a:r>
            <a:endParaRPr lang="en-US" altLang="zh-CN" sz="2000" dirty="0"/>
          </a:p>
        </p:txBody>
      </p:sp>
      <p:grpSp>
        <p:nvGrpSpPr>
          <p:cNvPr id="126" name="组合 125"/>
          <p:cNvGrpSpPr/>
          <p:nvPr/>
        </p:nvGrpSpPr>
        <p:grpSpPr>
          <a:xfrm>
            <a:off x="11093753" y="6274833"/>
            <a:ext cx="723900" cy="326768"/>
            <a:chOff x="11093753" y="6274833"/>
            <a:chExt cx="723900" cy="326768"/>
          </a:xfrm>
        </p:grpSpPr>
        <p:sp>
          <p:nvSpPr>
            <p:cNvPr id="123" name="矩形: 圆角 122"/>
            <p:cNvSpPr/>
            <p:nvPr/>
          </p:nvSpPr>
          <p:spPr>
            <a:xfrm>
              <a:off x="11093753" y="6479280"/>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圆角 123"/>
            <p:cNvSpPr/>
            <p:nvPr/>
          </p:nvSpPr>
          <p:spPr>
            <a:xfrm>
              <a:off x="11340493" y="6274833"/>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预期实验结果</a:t>
            </a:r>
            <a:endParaRPr lang="zh-CN" altLang="en-US" dirty="0"/>
          </a:p>
        </p:txBody>
      </p:sp>
      <p:sp>
        <p:nvSpPr>
          <p:cNvPr id="2" name="矩形: 圆角 1"/>
          <p:cNvSpPr/>
          <p:nvPr/>
        </p:nvSpPr>
        <p:spPr>
          <a:xfrm>
            <a:off x="895181" y="1663058"/>
            <a:ext cx="3129520" cy="4226182"/>
          </a:xfrm>
          <a:prstGeom prst="roundRect">
            <a:avLst>
              <a:gd name="adj" fmla="val 2293"/>
            </a:avLst>
          </a:prstGeom>
          <a:solidFill>
            <a:schemeClr val="bg1"/>
          </a:solidFill>
          <a:ln>
            <a:noFill/>
          </a:ln>
          <a:effectLst>
            <a:outerShdw blurRad="381000" dist="190500" dir="2700000" sx="99000" sy="99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4" name="矩形: 圆角 3"/>
          <p:cNvSpPr/>
          <p:nvPr/>
        </p:nvSpPr>
        <p:spPr>
          <a:xfrm>
            <a:off x="1619309" y="4323948"/>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8" name="矩形: 圆顶角 7"/>
          <p:cNvSpPr/>
          <p:nvPr/>
        </p:nvSpPr>
        <p:spPr>
          <a:xfrm>
            <a:off x="895181" y="1663059"/>
            <a:ext cx="3129520" cy="699924"/>
          </a:xfrm>
          <a:prstGeom prst="round2SameRect">
            <a:avLst>
              <a:gd name="adj1" fmla="val 9853"/>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9" name="文本框 8"/>
          <p:cNvSpPr txBox="1"/>
          <p:nvPr/>
        </p:nvSpPr>
        <p:spPr>
          <a:xfrm>
            <a:off x="1668698" y="1835678"/>
            <a:ext cx="1582486"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white"/>
                </a:solidFill>
                <a:effectLst/>
                <a:uLnTx/>
                <a:uFillTx/>
                <a:latin typeface="+mj-ea"/>
                <a:ea typeface="+mj-ea"/>
                <a:cs typeface="+mn-cs"/>
              </a:rPr>
              <a:t>预期结果一</a:t>
            </a:r>
            <a:endParaRPr kumimoji="0" lang="zh-CN" altLang="en-US" sz="2200" b="1" i="0" u="none" strike="noStrike" kern="1200" cap="none" spc="0" normalizeH="0" baseline="0" noProof="0" dirty="0">
              <a:ln>
                <a:noFill/>
              </a:ln>
              <a:solidFill>
                <a:prstClr val="white"/>
              </a:solidFill>
              <a:effectLst/>
              <a:uLnTx/>
              <a:uFillTx/>
              <a:latin typeface="+mj-ea"/>
              <a:ea typeface="+mj-ea"/>
              <a:cs typeface="+mn-cs"/>
            </a:endParaRPr>
          </a:p>
        </p:txBody>
      </p:sp>
      <p:sp>
        <p:nvSpPr>
          <p:cNvPr id="10" name="矩形: 圆角 9"/>
          <p:cNvSpPr/>
          <p:nvPr/>
        </p:nvSpPr>
        <p:spPr>
          <a:xfrm>
            <a:off x="1619309" y="4852801"/>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11" name="矩形: 圆角 10"/>
          <p:cNvSpPr/>
          <p:nvPr/>
        </p:nvSpPr>
        <p:spPr>
          <a:xfrm>
            <a:off x="1619309" y="5381654"/>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12" name="文本框 11"/>
          <p:cNvSpPr txBox="1"/>
          <p:nvPr/>
        </p:nvSpPr>
        <p:spPr>
          <a:xfrm>
            <a:off x="1162160" y="2691792"/>
            <a:ext cx="2595563" cy="1345946"/>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13" name="矩形: 圆角 12"/>
          <p:cNvSpPr/>
          <p:nvPr/>
        </p:nvSpPr>
        <p:spPr>
          <a:xfrm>
            <a:off x="4531240" y="1663058"/>
            <a:ext cx="3129520" cy="4226182"/>
          </a:xfrm>
          <a:prstGeom prst="roundRect">
            <a:avLst>
              <a:gd name="adj" fmla="val 2293"/>
            </a:avLst>
          </a:prstGeom>
          <a:solidFill>
            <a:schemeClr val="bg1"/>
          </a:solidFill>
          <a:ln>
            <a:noFill/>
          </a:ln>
          <a:effectLst>
            <a:outerShdw blurRad="381000" dist="190500" dir="2700000" sx="99000" sy="99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4" name="矩形: 圆角 13"/>
          <p:cNvSpPr/>
          <p:nvPr/>
        </p:nvSpPr>
        <p:spPr>
          <a:xfrm>
            <a:off x="5255368" y="4323948"/>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15" name="矩形: 圆顶角 14"/>
          <p:cNvSpPr/>
          <p:nvPr/>
        </p:nvSpPr>
        <p:spPr>
          <a:xfrm>
            <a:off x="4531240" y="1663059"/>
            <a:ext cx="3129520" cy="699924"/>
          </a:xfrm>
          <a:prstGeom prst="round2SameRect">
            <a:avLst>
              <a:gd name="adj1" fmla="val 9853"/>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7" name="文本框 16"/>
          <p:cNvSpPr txBox="1"/>
          <p:nvPr/>
        </p:nvSpPr>
        <p:spPr>
          <a:xfrm>
            <a:off x="5295942" y="1835678"/>
            <a:ext cx="1600118"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white"/>
                </a:solidFill>
                <a:effectLst/>
                <a:uLnTx/>
                <a:uFillTx/>
                <a:latin typeface="+mj-ea"/>
                <a:ea typeface="+mj-ea"/>
                <a:cs typeface="+mn-cs"/>
              </a:rPr>
              <a:t>预期结果二</a:t>
            </a:r>
            <a:endParaRPr kumimoji="0" lang="zh-CN" altLang="en-US" sz="2200" b="1" i="0" u="none" strike="noStrike" kern="1200" cap="none" spc="0" normalizeH="0" baseline="0" noProof="0" dirty="0">
              <a:ln>
                <a:noFill/>
              </a:ln>
              <a:solidFill>
                <a:prstClr val="white"/>
              </a:solidFill>
              <a:effectLst/>
              <a:uLnTx/>
              <a:uFillTx/>
              <a:latin typeface="+mj-ea"/>
              <a:ea typeface="+mj-ea"/>
              <a:cs typeface="+mn-cs"/>
            </a:endParaRPr>
          </a:p>
        </p:txBody>
      </p:sp>
      <p:sp>
        <p:nvSpPr>
          <p:cNvPr id="18" name="矩形: 圆角 17"/>
          <p:cNvSpPr/>
          <p:nvPr/>
        </p:nvSpPr>
        <p:spPr>
          <a:xfrm>
            <a:off x="5255368" y="4852801"/>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19" name="矩形: 圆角 18"/>
          <p:cNvSpPr/>
          <p:nvPr/>
        </p:nvSpPr>
        <p:spPr>
          <a:xfrm>
            <a:off x="5255368" y="5381654"/>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20" name="文本框 19"/>
          <p:cNvSpPr txBox="1"/>
          <p:nvPr/>
        </p:nvSpPr>
        <p:spPr>
          <a:xfrm>
            <a:off x="4798219" y="2691792"/>
            <a:ext cx="2595563" cy="1345946"/>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
        <p:nvSpPr>
          <p:cNvPr id="21" name="矩形: 圆角 20"/>
          <p:cNvSpPr/>
          <p:nvPr/>
        </p:nvSpPr>
        <p:spPr>
          <a:xfrm>
            <a:off x="8167299" y="1663058"/>
            <a:ext cx="3129520" cy="4226182"/>
          </a:xfrm>
          <a:prstGeom prst="roundRect">
            <a:avLst>
              <a:gd name="adj" fmla="val 2293"/>
            </a:avLst>
          </a:prstGeom>
          <a:solidFill>
            <a:schemeClr val="bg1"/>
          </a:solidFill>
          <a:ln>
            <a:noFill/>
          </a:ln>
          <a:effectLst>
            <a:outerShdw blurRad="381000" dist="190500" dir="2700000" sx="99000" sy="99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2" name="矩形: 圆角 21"/>
          <p:cNvSpPr/>
          <p:nvPr/>
        </p:nvSpPr>
        <p:spPr>
          <a:xfrm>
            <a:off x="8891427" y="4323948"/>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23" name="矩形: 圆顶角 22"/>
          <p:cNvSpPr/>
          <p:nvPr/>
        </p:nvSpPr>
        <p:spPr>
          <a:xfrm>
            <a:off x="8167299" y="1663059"/>
            <a:ext cx="3129520" cy="699924"/>
          </a:xfrm>
          <a:prstGeom prst="round2SameRect">
            <a:avLst>
              <a:gd name="adj1" fmla="val 9853"/>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4" name="文本框 23"/>
          <p:cNvSpPr txBox="1"/>
          <p:nvPr/>
        </p:nvSpPr>
        <p:spPr>
          <a:xfrm>
            <a:off x="8934405" y="1835678"/>
            <a:ext cx="159530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prstClr val="white"/>
                </a:solidFill>
                <a:effectLst/>
                <a:uLnTx/>
                <a:uFillTx/>
                <a:latin typeface="+mj-ea"/>
                <a:ea typeface="+mj-ea"/>
                <a:cs typeface="+mn-cs"/>
              </a:rPr>
              <a:t>预期结果三</a:t>
            </a:r>
            <a:endParaRPr kumimoji="0" lang="zh-CN" altLang="en-US" sz="2200" b="1" i="0" u="none" strike="noStrike" kern="1200" cap="none" spc="0" normalizeH="0" baseline="0" noProof="0" dirty="0">
              <a:ln>
                <a:noFill/>
              </a:ln>
              <a:solidFill>
                <a:prstClr val="white"/>
              </a:solidFill>
              <a:effectLst/>
              <a:uLnTx/>
              <a:uFillTx/>
              <a:latin typeface="+mj-ea"/>
              <a:ea typeface="+mj-ea"/>
              <a:cs typeface="+mn-cs"/>
            </a:endParaRPr>
          </a:p>
        </p:txBody>
      </p:sp>
      <p:sp>
        <p:nvSpPr>
          <p:cNvPr id="25" name="矩形: 圆角 24"/>
          <p:cNvSpPr/>
          <p:nvPr/>
        </p:nvSpPr>
        <p:spPr>
          <a:xfrm>
            <a:off x="8891427" y="4852801"/>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26" name="矩形: 圆角 25"/>
          <p:cNvSpPr/>
          <p:nvPr/>
        </p:nvSpPr>
        <p:spPr>
          <a:xfrm>
            <a:off x="8891427" y="5381654"/>
            <a:ext cx="1681264" cy="342140"/>
          </a:xfrm>
          <a:prstGeom prst="roundRect">
            <a:avLst>
              <a:gd name="adj" fmla="val 50000"/>
            </a:avLst>
          </a:prstGeom>
          <a:gradFill flip="none" rotWithShape="1">
            <a:gsLst>
              <a:gs pos="0">
                <a:schemeClr val="accent1">
                  <a:lumMod val="60000"/>
                  <a:lumOff val="40000"/>
                </a:schemeClr>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n-ea"/>
                <a:cs typeface="+mn-cs"/>
              </a:rPr>
              <a:t>关键词</a:t>
            </a:r>
            <a:endParaRPr kumimoji="0" lang="zh-CN" altLang="en-US" sz="1600" b="0" i="0" u="none" strike="noStrike" kern="1200" cap="none" spc="0" normalizeH="0" baseline="0" noProof="0" dirty="0">
              <a:ln>
                <a:noFill/>
              </a:ln>
              <a:solidFill>
                <a:prstClr val="white"/>
              </a:solidFill>
              <a:effectLst/>
              <a:uLnTx/>
              <a:uFillTx/>
              <a:latin typeface="+mn-ea"/>
              <a:cs typeface="+mn-cs"/>
            </a:endParaRPr>
          </a:p>
        </p:txBody>
      </p:sp>
      <p:sp>
        <p:nvSpPr>
          <p:cNvPr id="27" name="文本框 26"/>
          <p:cNvSpPr txBox="1"/>
          <p:nvPr/>
        </p:nvSpPr>
        <p:spPr>
          <a:xfrm>
            <a:off x="8434278" y="2691792"/>
            <a:ext cx="2595563" cy="1345946"/>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effectLst/>
                <a:uLnTx/>
                <a:uFillTx/>
                <a:latin typeface="+mn-ea"/>
                <a:cs typeface="+mn-cs"/>
              </a:rPr>
              <a:t>这里输入正文内容这里输入正文内容这里这里输入正文内容这里输入正文内容这里</a:t>
            </a:r>
            <a:endParaRPr kumimoji="0" lang="zh-CN" altLang="en-US" sz="1600" b="0" i="0" u="none" strike="noStrike" kern="1200" cap="none" spc="0" normalizeH="0" baseline="0" noProof="0" dirty="0">
              <a:ln>
                <a:noFill/>
              </a:ln>
              <a:effectLst/>
              <a:uLnTx/>
              <a:uFillTx/>
              <a:latin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预期实验结果</a:t>
            </a:r>
            <a:endParaRPr lang="zh-CN" altLang="en-US" dirty="0"/>
          </a:p>
        </p:txBody>
      </p:sp>
      <p:sp>
        <p:nvSpPr>
          <p:cNvPr id="83" name="任意多边形: 形状 82"/>
          <p:cNvSpPr/>
          <p:nvPr/>
        </p:nvSpPr>
        <p:spPr>
          <a:xfrm>
            <a:off x="1" y="1994941"/>
            <a:ext cx="2132559" cy="3477718"/>
          </a:xfrm>
          <a:custGeom>
            <a:avLst/>
            <a:gdLst>
              <a:gd name="connsiteX0" fmla="*/ 393700 w 2132559"/>
              <a:gd name="connsiteY0" fmla="*/ 0 h 3477718"/>
              <a:gd name="connsiteX1" fmla="*/ 2132559 w 2132559"/>
              <a:gd name="connsiteY1" fmla="*/ 1738859 h 3477718"/>
              <a:gd name="connsiteX2" fmla="*/ 393700 w 2132559"/>
              <a:gd name="connsiteY2" fmla="*/ 3477718 h 3477718"/>
              <a:gd name="connsiteX3" fmla="*/ 43260 w 2132559"/>
              <a:gd name="connsiteY3" fmla="*/ 3442391 h 3477718"/>
              <a:gd name="connsiteX4" fmla="*/ 0 w 2132559"/>
              <a:gd name="connsiteY4" fmla="*/ 3431268 h 3477718"/>
              <a:gd name="connsiteX5" fmla="*/ 0 w 2132559"/>
              <a:gd name="connsiteY5" fmla="*/ 46451 h 3477718"/>
              <a:gd name="connsiteX6" fmla="*/ 43260 w 2132559"/>
              <a:gd name="connsiteY6" fmla="*/ 35328 h 3477718"/>
              <a:gd name="connsiteX7" fmla="*/ 393700 w 2132559"/>
              <a:gd name="connsiteY7" fmla="*/ 0 h 3477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2559" h="3477718">
                <a:moveTo>
                  <a:pt x="393700" y="0"/>
                </a:moveTo>
                <a:cubicBezTo>
                  <a:pt x="1354045" y="0"/>
                  <a:pt x="2132559" y="778514"/>
                  <a:pt x="2132559" y="1738859"/>
                </a:cubicBezTo>
                <a:cubicBezTo>
                  <a:pt x="2132559" y="2699204"/>
                  <a:pt x="1354045" y="3477718"/>
                  <a:pt x="393700" y="3477718"/>
                </a:cubicBezTo>
                <a:cubicBezTo>
                  <a:pt x="273657" y="3477718"/>
                  <a:pt x="156455" y="3465554"/>
                  <a:pt x="43260" y="3442391"/>
                </a:cubicBezTo>
                <a:lnTo>
                  <a:pt x="0" y="3431268"/>
                </a:lnTo>
                <a:lnTo>
                  <a:pt x="0" y="46451"/>
                </a:lnTo>
                <a:lnTo>
                  <a:pt x="43260" y="35328"/>
                </a:lnTo>
                <a:cubicBezTo>
                  <a:pt x="156455" y="12164"/>
                  <a:pt x="273657" y="0"/>
                  <a:pt x="393700" y="0"/>
                </a:cubicBezTo>
                <a:close/>
              </a:path>
            </a:pathLst>
          </a:custGeom>
          <a:gradFill>
            <a:gsLst>
              <a:gs pos="0">
                <a:schemeClr val="accent1">
                  <a:lumMod val="75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5" name="任意多边形: 形状 84"/>
          <p:cNvSpPr/>
          <p:nvPr/>
        </p:nvSpPr>
        <p:spPr>
          <a:xfrm>
            <a:off x="1" y="1499641"/>
            <a:ext cx="2627859" cy="4468318"/>
          </a:xfrm>
          <a:custGeom>
            <a:avLst/>
            <a:gdLst>
              <a:gd name="connsiteX0" fmla="*/ 393700 w 2627859"/>
              <a:gd name="connsiteY0" fmla="*/ 0 h 4468318"/>
              <a:gd name="connsiteX1" fmla="*/ 2627859 w 2627859"/>
              <a:gd name="connsiteY1" fmla="*/ 2234159 h 4468318"/>
              <a:gd name="connsiteX2" fmla="*/ 393700 w 2627859"/>
              <a:gd name="connsiteY2" fmla="*/ 4468318 h 4468318"/>
              <a:gd name="connsiteX3" fmla="*/ 165271 w 2627859"/>
              <a:gd name="connsiteY3" fmla="*/ 4456784 h 4468318"/>
              <a:gd name="connsiteX4" fmla="*/ 0 w 2627859"/>
              <a:gd name="connsiteY4" fmla="*/ 4431560 h 4468318"/>
              <a:gd name="connsiteX5" fmla="*/ 0 w 2627859"/>
              <a:gd name="connsiteY5" fmla="*/ 36758 h 4468318"/>
              <a:gd name="connsiteX6" fmla="*/ 165271 w 2627859"/>
              <a:gd name="connsiteY6" fmla="*/ 11535 h 4468318"/>
              <a:gd name="connsiteX7" fmla="*/ 393700 w 2627859"/>
              <a:gd name="connsiteY7" fmla="*/ 0 h 4468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7859" h="4468318">
                <a:moveTo>
                  <a:pt x="393700" y="0"/>
                </a:moveTo>
                <a:cubicBezTo>
                  <a:pt x="1627592" y="0"/>
                  <a:pt x="2627859" y="1000267"/>
                  <a:pt x="2627859" y="2234159"/>
                </a:cubicBezTo>
                <a:cubicBezTo>
                  <a:pt x="2627859" y="3468051"/>
                  <a:pt x="1627592" y="4468318"/>
                  <a:pt x="393700" y="4468318"/>
                </a:cubicBezTo>
                <a:cubicBezTo>
                  <a:pt x="316582" y="4468318"/>
                  <a:pt x="240376" y="4464411"/>
                  <a:pt x="165271" y="4456784"/>
                </a:cubicBezTo>
                <a:lnTo>
                  <a:pt x="0" y="4431560"/>
                </a:lnTo>
                <a:lnTo>
                  <a:pt x="0" y="36758"/>
                </a:lnTo>
                <a:lnTo>
                  <a:pt x="165271" y="11535"/>
                </a:lnTo>
                <a:cubicBezTo>
                  <a:pt x="240376" y="3907"/>
                  <a:pt x="316582" y="0"/>
                  <a:pt x="393700" y="0"/>
                </a:cubicBezTo>
                <a:close/>
              </a:path>
            </a:pathLst>
          </a:custGeom>
          <a:noFill/>
          <a:ln w="101600">
            <a:gradFill>
              <a:gsLst>
                <a:gs pos="61000">
                  <a:schemeClr val="bg1">
                    <a:alpha val="0"/>
                  </a:schemeClr>
                </a:gs>
                <a:gs pos="92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矩形 12"/>
          <p:cNvSpPr/>
          <p:nvPr/>
        </p:nvSpPr>
        <p:spPr>
          <a:xfrm>
            <a:off x="1622220" y="1589697"/>
            <a:ext cx="2715092" cy="529198"/>
          </a:xfrm>
          <a:prstGeom prst="rect">
            <a:avLst/>
          </a:prstGeom>
          <a:gradFill>
            <a:gsLst>
              <a:gs pos="0">
                <a:schemeClr val="accent1">
                  <a:lumMod val="75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5400000">
            <a:off x="4114896" y="1785851"/>
            <a:ext cx="158794" cy="13689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096060" y="1692341"/>
            <a:ext cx="1767412" cy="369332"/>
          </a:xfrm>
          <a:prstGeom prst="rect">
            <a:avLst/>
          </a:prstGeom>
          <a:noFill/>
        </p:spPr>
        <p:txBody>
          <a:bodyPr wrap="square" rtlCol="0">
            <a:spAutoFit/>
          </a:bodyPr>
          <a:lstStyle/>
          <a:p>
            <a:pPr algn="ctr"/>
            <a:r>
              <a:rPr lang="zh-CN" altLang="en-US" b="1" dirty="0">
                <a:solidFill>
                  <a:schemeClr val="bg1"/>
                </a:solidFill>
                <a:latin typeface="+mj-ea"/>
                <a:ea typeface="+mj-ea"/>
              </a:rPr>
              <a:t>输入小标题</a:t>
            </a:r>
            <a:endParaRPr lang="zh-CN" altLang="en-US" b="1" dirty="0">
              <a:solidFill>
                <a:schemeClr val="bg1"/>
              </a:solidFill>
              <a:latin typeface="+mj-ea"/>
              <a:ea typeface="+mj-ea"/>
            </a:endParaRPr>
          </a:p>
        </p:txBody>
      </p:sp>
      <p:sp>
        <p:nvSpPr>
          <p:cNvPr id="7" name="椭圆 6"/>
          <p:cNvSpPr/>
          <p:nvPr/>
        </p:nvSpPr>
        <p:spPr>
          <a:xfrm>
            <a:off x="1375638" y="1589697"/>
            <a:ext cx="529198" cy="529198"/>
          </a:xfrm>
          <a:prstGeom prst="ellipse">
            <a:avLst/>
          </a:prstGeom>
          <a:solidFill>
            <a:schemeClr val="bg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479496" y="1760003"/>
            <a:ext cx="321483" cy="188587"/>
            <a:chOff x="1274763" y="323851"/>
            <a:chExt cx="403226" cy="236538"/>
          </a:xfrm>
          <a:solidFill>
            <a:schemeClr val="accent1"/>
          </a:solidFill>
        </p:grpSpPr>
        <p:sp>
          <p:nvSpPr>
            <p:cNvPr id="9" name="Freeform 34"/>
            <p:cNvSpPr/>
            <p:nvPr/>
          </p:nvSpPr>
          <p:spPr bwMode="auto">
            <a:xfrm>
              <a:off x="1274763" y="323851"/>
              <a:ext cx="317500" cy="236538"/>
            </a:xfrm>
            <a:custGeom>
              <a:avLst/>
              <a:gdLst>
                <a:gd name="T0" fmla="*/ 110 w 158"/>
                <a:gd name="T1" fmla="*/ 55 h 118"/>
                <a:gd name="T2" fmla="*/ 109 w 158"/>
                <a:gd name="T3" fmla="*/ 50 h 118"/>
                <a:gd name="T4" fmla="*/ 119 w 158"/>
                <a:gd name="T5" fmla="*/ 33 h 118"/>
                <a:gd name="T6" fmla="*/ 119 w 158"/>
                <a:gd name="T7" fmla="*/ 24 h 118"/>
                <a:gd name="T8" fmla="*/ 119 w 158"/>
                <a:gd name="T9" fmla="*/ 16 h 118"/>
                <a:gd name="T10" fmla="*/ 118 w 158"/>
                <a:gd name="T11" fmla="*/ 15 h 118"/>
                <a:gd name="T12" fmla="*/ 117 w 158"/>
                <a:gd name="T13" fmla="*/ 8 h 118"/>
                <a:gd name="T14" fmla="*/ 99 w 158"/>
                <a:gd name="T15" fmla="*/ 0 h 118"/>
                <a:gd name="T16" fmla="*/ 81 w 158"/>
                <a:gd name="T17" fmla="*/ 5 h 118"/>
                <a:gd name="T18" fmla="*/ 78 w 158"/>
                <a:gd name="T19" fmla="*/ 13 h 118"/>
                <a:gd name="T20" fmla="*/ 77 w 158"/>
                <a:gd name="T21" fmla="*/ 15 h 118"/>
                <a:gd name="T22" fmla="*/ 77 w 158"/>
                <a:gd name="T23" fmla="*/ 23 h 118"/>
                <a:gd name="T24" fmla="*/ 77 w 158"/>
                <a:gd name="T25" fmla="*/ 32 h 118"/>
                <a:gd name="T26" fmla="*/ 87 w 158"/>
                <a:gd name="T27" fmla="*/ 49 h 118"/>
                <a:gd name="T28" fmla="*/ 86 w 158"/>
                <a:gd name="T29" fmla="*/ 55 h 118"/>
                <a:gd name="T30" fmla="*/ 69 w 158"/>
                <a:gd name="T31" fmla="*/ 63 h 118"/>
                <a:gd name="T32" fmla="*/ 52 w 158"/>
                <a:gd name="T33" fmla="*/ 56 h 118"/>
                <a:gd name="T34" fmla="*/ 51 w 158"/>
                <a:gd name="T35" fmla="*/ 52 h 118"/>
                <a:gd name="T36" fmla="*/ 58 w 158"/>
                <a:gd name="T37" fmla="*/ 38 h 118"/>
                <a:gd name="T38" fmla="*/ 59 w 158"/>
                <a:gd name="T39" fmla="*/ 32 h 118"/>
                <a:gd name="T40" fmla="*/ 58 w 158"/>
                <a:gd name="T41" fmla="*/ 18 h 118"/>
                <a:gd name="T42" fmla="*/ 44 w 158"/>
                <a:gd name="T43" fmla="*/ 12 h 118"/>
                <a:gd name="T44" fmla="*/ 29 w 158"/>
                <a:gd name="T45" fmla="*/ 16 h 118"/>
                <a:gd name="T46" fmla="*/ 26 w 158"/>
                <a:gd name="T47" fmla="*/ 31 h 118"/>
                <a:gd name="T48" fmla="*/ 27 w 158"/>
                <a:gd name="T49" fmla="*/ 38 h 118"/>
                <a:gd name="T50" fmla="*/ 34 w 158"/>
                <a:gd name="T51" fmla="*/ 51 h 118"/>
                <a:gd name="T52" fmla="*/ 33 w 158"/>
                <a:gd name="T53" fmla="*/ 56 h 118"/>
                <a:gd name="T54" fmla="*/ 8 w 158"/>
                <a:gd name="T55" fmla="*/ 70 h 118"/>
                <a:gd name="T56" fmla="*/ 3 w 158"/>
                <a:gd name="T57" fmla="*/ 89 h 118"/>
                <a:gd name="T58" fmla="*/ 41 w 158"/>
                <a:gd name="T59" fmla="*/ 99 h 118"/>
                <a:gd name="T60" fmla="*/ 48 w 158"/>
                <a:gd name="T61" fmla="*/ 76 h 118"/>
                <a:gd name="T62" fmla="*/ 57 w 158"/>
                <a:gd name="T63" fmla="*/ 70 h 118"/>
                <a:gd name="T64" fmla="*/ 53 w 158"/>
                <a:gd name="T65" fmla="*/ 73 h 118"/>
                <a:gd name="T66" fmla="*/ 47 w 158"/>
                <a:gd name="T67" fmla="*/ 99 h 118"/>
                <a:gd name="T68" fmla="*/ 155 w 158"/>
                <a:gd name="T69" fmla="*/ 99 h 118"/>
                <a:gd name="T70" fmla="*/ 150 w 158"/>
                <a:gd name="T71" fmla="*/ 78 h 118"/>
                <a:gd name="T72" fmla="*/ 110 w 158"/>
                <a:gd name="T73" fmla="*/ 5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8" h="118">
                  <a:moveTo>
                    <a:pt x="110" y="55"/>
                  </a:moveTo>
                  <a:cubicBezTo>
                    <a:pt x="109" y="50"/>
                    <a:pt x="109" y="50"/>
                    <a:pt x="109" y="50"/>
                  </a:cubicBezTo>
                  <a:cubicBezTo>
                    <a:pt x="113" y="47"/>
                    <a:pt x="117" y="42"/>
                    <a:pt x="119" y="33"/>
                  </a:cubicBezTo>
                  <a:cubicBezTo>
                    <a:pt x="122" y="27"/>
                    <a:pt x="119" y="24"/>
                    <a:pt x="119" y="24"/>
                  </a:cubicBezTo>
                  <a:cubicBezTo>
                    <a:pt x="119" y="16"/>
                    <a:pt x="119" y="16"/>
                    <a:pt x="119" y="16"/>
                  </a:cubicBezTo>
                  <a:cubicBezTo>
                    <a:pt x="119" y="16"/>
                    <a:pt x="118" y="15"/>
                    <a:pt x="118" y="15"/>
                  </a:cubicBezTo>
                  <a:cubicBezTo>
                    <a:pt x="118" y="13"/>
                    <a:pt x="118" y="10"/>
                    <a:pt x="117" y="8"/>
                  </a:cubicBezTo>
                  <a:cubicBezTo>
                    <a:pt x="114" y="5"/>
                    <a:pt x="110" y="1"/>
                    <a:pt x="99" y="0"/>
                  </a:cubicBezTo>
                  <a:cubicBezTo>
                    <a:pt x="92" y="0"/>
                    <a:pt x="84" y="3"/>
                    <a:pt x="81" y="5"/>
                  </a:cubicBezTo>
                  <a:cubicBezTo>
                    <a:pt x="80" y="7"/>
                    <a:pt x="79" y="10"/>
                    <a:pt x="78" y="13"/>
                  </a:cubicBezTo>
                  <a:cubicBezTo>
                    <a:pt x="78" y="13"/>
                    <a:pt x="78" y="14"/>
                    <a:pt x="77" y="15"/>
                  </a:cubicBezTo>
                  <a:cubicBezTo>
                    <a:pt x="77" y="23"/>
                    <a:pt x="77" y="23"/>
                    <a:pt x="77" y="23"/>
                  </a:cubicBezTo>
                  <a:cubicBezTo>
                    <a:pt x="77" y="23"/>
                    <a:pt x="74" y="27"/>
                    <a:pt x="77" y="32"/>
                  </a:cubicBezTo>
                  <a:cubicBezTo>
                    <a:pt x="79" y="41"/>
                    <a:pt x="83" y="46"/>
                    <a:pt x="87" y="49"/>
                  </a:cubicBezTo>
                  <a:cubicBezTo>
                    <a:pt x="86" y="55"/>
                    <a:pt x="86" y="55"/>
                    <a:pt x="86" y="55"/>
                  </a:cubicBezTo>
                  <a:cubicBezTo>
                    <a:pt x="84" y="56"/>
                    <a:pt x="76" y="60"/>
                    <a:pt x="69" y="63"/>
                  </a:cubicBezTo>
                  <a:cubicBezTo>
                    <a:pt x="61" y="59"/>
                    <a:pt x="52" y="56"/>
                    <a:pt x="52" y="56"/>
                  </a:cubicBezTo>
                  <a:cubicBezTo>
                    <a:pt x="51" y="52"/>
                    <a:pt x="51" y="52"/>
                    <a:pt x="51" y="52"/>
                  </a:cubicBezTo>
                  <a:cubicBezTo>
                    <a:pt x="54" y="50"/>
                    <a:pt x="57" y="46"/>
                    <a:pt x="58" y="38"/>
                  </a:cubicBezTo>
                  <a:cubicBezTo>
                    <a:pt x="59" y="37"/>
                    <a:pt x="59" y="34"/>
                    <a:pt x="59" y="32"/>
                  </a:cubicBezTo>
                  <a:cubicBezTo>
                    <a:pt x="59" y="30"/>
                    <a:pt x="60" y="23"/>
                    <a:pt x="58" y="18"/>
                  </a:cubicBezTo>
                  <a:cubicBezTo>
                    <a:pt x="56" y="16"/>
                    <a:pt x="52" y="13"/>
                    <a:pt x="44" y="12"/>
                  </a:cubicBezTo>
                  <a:cubicBezTo>
                    <a:pt x="38" y="12"/>
                    <a:pt x="32" y="14"/>
                    <a:pt x="29" y="16"/>
                  </a:cubicBezTo>
                  <a:cubicBezTo>
                    <a:pt x="26" y="20"/>
                    <a:pt x="26" y="27"/>
                    <a:pt x="26" y="31"/>
                  </a:cubicBezTo>
                  <a:cubicBezTo>
                    <a:pt x="25" y="33"/>
                    <a:pt x="25" y="36"/>
                    <a:pt x="27" y="38"/>
                  </a:cubicBezTo>
                  <a:cubicBezTo>
                    <a:pt x="28" y="45"/>
                    <a:pt x="31" y="49"/>
                    <a:pt x="34" y="51"/>
                  </a:cubicBezTo>
                  <a:cubicBezTo>
                    <a:pt x="33" y="56"/>
                    <a:pt x="33" y="56"/>
                    <a:pt x="33" y="56"/>
                  </a:cubicBezTo>
                  <a:cubicBezTo>
                    <a:pt x="33" y="56"/>
                    <a:pt x="13" y="65"/>
                    <a:pt x="8" y="70"/>
                  </a:cubicBezTo>
                  <a:cubicBezTo>
                    <a:pt x="4" y="73"/>
                    <a:pt x="0" y="85"/>
                    <a:pt x="3" y="89"/>
                  </a:cubicBezTo>
                  <a:cubicBezTo>
                    <a:pt x="14" y="94"/>
                    <a:pt x="27" y="98"/>
                    <a:pt x="41" y="99"/>
                  </a:cubicBezTo>
                  <a:cubicBezTo>
                    <a:pt x="40" y="91"/>
                    <a:pt x="44" y="80"/>
                    <a:pt x="48" y="76"/>
                  </a:cubicBezTo>
                  <a:cubicBezTo>
                    <a:pt x="50" y="75"/>
                    <a:pt x="53" y="73"/>
                    <a:pt x="57" y="70"/>
                  </a:cubicBezTo>
                  <a:cubicBezTo>
                    <a:pt x="55" y="72"/>
                    <a:pt x="54" y="73"/>
                    <a:pt x="53" y="73"/>
                  </a:cubicBezTo>
                  <a:cubicBezTo>
                    <a:pt x="47" y="78"/>
                    <a:pt x="43" y="93"/>
                    <a:pt x="47" y="99"/>
                  </a:cubicBezTo>
                  <a:cubicBezTo>
                    <a:pt x="75" y="113"/>
                    <a:pt x="119" y="118"/>
                    <a:pt x="155" y="99"/>
                  </a:cubicBezTo>
                  <a:cubicBezTo>
                    <a:pt x="158" y="94"/>
                    <a:pt x="153" y="82"/>
                    <a:pt x="150" y="78"/>
                  </a:cubicBezTo>
                  <a:cubicBezTo>
                    <a:pt x="144" y="69"/>
                    <a:pt x="121" y="57"/>
                    <a:pt x="11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0" name="Freeform 35"/>
            <p:cNvSpPr/>
            <p:nvPr/>
          </p:nvSpPr>
          <p:spPr bwMode="auto">
            <a:xfrm>
              <a:off x="1536701" y="344489"/>
              <a:ext cx="141288" cy="174625"/>
            </a:xfrm>
            <a:custGeom>
              <a:avLst/>
              <a:gdLst>
                <a:gd name="T0" fmla="*/ 62 w 70"/>
                <a:gd name="T1" fmla="*/ 57 h 86"/>
                <a:gd name="T2" fmla="*/ 37 w 70"/>
                <a:gd name="T3" fmla="*/ 44 h 86"/>
                <a:gd name="T4" fmla="*/ 36 w 70"/>
                <a:gd name="T5" fmla="*/ 39 h 86"/>
                <a:gd name="T6" fmla="*/ 43 w 70"/>
                <a:gd name="T7" fmla="*/ 26 h 86"/>
                <a:gd name="T8" fmla="*/ 44 w 70"/>
                <a:gd name="T9" fmla="*/ 19 h 86"/>
                <a:gd name="T10" fmla="*/ 41 w 70"/>
                <a:gd name="T11" fmla="*/ 4 h 86"/>
                <a:gd name="T12" fmla="*/ 26 w 70"/>
                <a:gd name="T13" fmla="*/ 0 h 86"/>
                <a:gd name="T14" fmla="*/ 12 w 70"/>
                <a:gd name="T15" fmla="*/ 6 h 86"/>
                <a:gd name="T16" fmla="*/ 11 w 70"/>
                <a:gd name="T17" fmla="*/ 20 h 86"/>
                <a:gd name="T18" fmla="*/ 12 w 70"/>
                <a:gd name="T19" fmla="*/ 26 h 86"/>
                <a:gd name="T20" fmla="*/ 19 w 70"/>
                <a:gd name="T21" fmla="*/ 40 h 86"/>
                <a:gd name="T22" fmla="*/ 18 w 70"/>
                <a:gd name="T23" fmla="*/ 44 h 86"/>
                <a:gd name="T24" fmla="*/ 0 w 70"/>
                <a:gd name="T25" fmla="*/ 52 h 86"/>
                <a:gd name="T26" fmla="*/ 22 w 70"/>
                <a:gd name="T27" fmla="*/ 64 h 86"/>
                <a:gd name="T28" fmla="*/ 29 w 70"/>
                <a:gd name="T29" fmla="*/ 86 h 86"/>
                <a:gd name="T30" fmla="*/ 67 w 70"/>
                <a:gd name="T31" fmla="*/ 77 h 86"/>
                <a:gd name="T32" fmla="*/ 62 w 70"/>
                <a:gd name="T33" fmla="*/ 5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86">
                  <a:moveTo>
                    <a:pt x="62" y="57"/>
                  </a:moveTo>
                  <a:cubicBezTo>
                    <a:pt x="57" y="53"/>
                    <a:pt x="37" y="44"/>
                    <a:pt x="37" y="44"/>
                  </a:cubicBezTo>
                  <a:cubicBezTo>
                    <a:pt x="36" y="39"/>
                    <a:pt x="36" y="39"/>
                    <a:pt x="36" y="39"/>
                  </a:cubicBezTo>
                  <a:cubicBezTo>
                    <a:pt x="39" y="37"/>
                    <a:pt x="42" y="33"/>
                    <a:pt x="43" y="26"/>
                  </a:cubicBezTo>
                  <a:cubicBezTo>
                    <a:pt x="45" y="24"/>
                    <a:pt x="45" y="21"/>
                    <a:pt x="44" y="19"/>
                  </a:cubicBezTo>
                  <a:cubicBezTo>
                    <a:pt x="44" y="15"/>
                    <a:pt x="44" y="8"/>
                    <a:pt x="41" y="4"/>
                  </a:cubicBezTo>
                  <a:cubicBezTo>
                    <a:pt x="39" y="2"/>
                    <a:pt x="32" y="0"/>
                    <a:pt x="26" y="0"/>
                  </a:cubicBezTo>
                  <a:cubicBezTo>
                    <a:pt x="18" y="0"/>
                    <a:pt x="14" y="4"/>
                    <a:pt x="12" y="6"/>
                  </a:cubicBezTo>
                  <a:cubicBezTo>
                    <a:pt x="10" y="11"/>
                    <a:pt x="11" y="18"/>
                    <a:pt x="11" y="20"/>
                  </a:cubicBezTo>
                  <a:cubicBezTo>
                    <a:pt x="11" y="22"/>
                    <a:pt x="11" y="25"/>
                    <a:pt x="12" y="26"/>
                  </a:cubicBezTo>
                  <a:cubicBezTo>
                    <a:pt x="13" y="34"/>
                    <a:pt x="16" y="37"/>
                    <a:pt x="19" y="40"/>
                  </a:cubicBezTo>
                  <a:cubicBezTo>
                    <a:pt x="18" y="44"/>
                    <a:pt x="18" y="44"/>
                    <a:pt x="18" y="44"/>
                  </a:cubicBezTo>
                  <a:cubicBezTo>
                    <a:pt x="18" y="44"/>
                    <a:pt x="9" y="47"/>
                    <a:pt x="0" y="52"/>
                  </a:cubicBezTo>
                  <a:cubicBezTo>
                    <a:pt x="8" y="56"/>
                    <a:pt x="18" y="61"/>
                    <a:pt x="22" y="64"/>
                  </a:cubicBezTo>
                  <a:cubicBezTo>
                    <a:pt x="26" y="68"/>
                    <a:pt x="30" y="79"/>
                    <a:pt x="29" y="86"/>
                  </a:cubicBezTo>
                  <a:cubicBezTo>
                    <a:pt x="43" y="86"/>
                    <a:pt x="56" y="82"/>
                    <a:pt x="67" y="77"/>
                  </a:cubicBezTo>
                  <a:cubicBezTo>
                    <a:pt x="70" y="73"/>
                    <a:pt x="66" y="61"/>
                    <a:pt x="62"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23" name="矩形 22"/>
          <p:cNvSpPr/>
          <p:nvPr/>
        </p:nvSpPr>
        <p:spPr>
          <a:xfrm>
            <a:off x="2406828" y="2549668"/>
            <a:ext cx="2715092" cy="529198"/>
          </a:xfrm>
          <a:prstGeom prst="rect">
            <a:avLst/>
          </a:prstGeom>
          <a:gradFill>
            <a:gsLst>
              <a:gs pos="0">
                <a:schemeClr val="accent1">
                  <a:lumMod val="75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5400000">
            <a:off x="4899504" y="2745822"/>
            <a:ext cx="158794" cy="13689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2880668" y="2652312"/>
            <a:ext cx="1767412" cy="369332"/>
          </a:xfrm>
          <a:prstGeom prst="rect">
            <a:avLst/>
          </a:prstGeom>
          <a:noFill/>
        </p:spPr>
        <p:txBody>
          <a:bodyPr wrap="square" rtlCol="0">
            <a:spAutoFit/>
          </a:bodyPr>
          <a:lstStyle/>
          <a:p>
            <a:pPr algn="ctr"/>
            <a:r>
              <a:rPr lang="zh-CN" altLang="en-US" b="1" dirty="0">
                <a:solidFill>
                  <a:schemeClr val="bg1"/>
                </a:solidFill>
                <a:latin typeface="+mj-ea"/>
                <a:ea typeface="+mj-ea"/>
              </a:rPr>
              <a:t>输入小标题</a:t>
            </a:r>
            <a:endParaRPr lang="zh-CN" altLang="en-US" b="1" dirty="0">
              <a:solidFill>
                <a:schemeClr val="bg1"/>
              </a:solidFill>
              <a:latin typeface="+mj-ea"/>
              <a:ea typeface="+mj-ea"/>
            </a:endParaRPr>
          </a:p>
        </p:txBody>
      </p:sp>
      <p:sp>
        <p:nvSpPr>
          <p:cNvPr id="19" name="椭圆 18"/>
          <p:cNvSpPr/>
          <p:nvPr/>
        </p:nvSpPr>
        <p:spPr>
          <a:xfrm>
            <a:off x="2132559" y="2551740"/>
            <a:ext cx="529198" cy="529198"/>
          </a:xfrm>
          <a:prstGeom prst="ellipse">
            <a:avLst/>
          </a:prstGeom>
          <a:solidFill>
            <a:schemeClr val="bg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80"/>
          <p:cNvSpPr>
            <a:spLocks noEditPoints="1"/>
          </p:cNvSpPr>
          <p:nvPr/>
        </p:nvSpPr>
        <p:spPr bwMode="auto">
          <a:xfrm>
            <a:off x="2268059" y="2665723"/>
            <a:ext cx="258199" cy="301232"/>
          </a:xfrm>
          <a:custGeom>
            <a:avLst/>
            <a:gdLst>
              <a:gd name="T0" fmla="*/ 113 w 161"/>
              <a:gd name="T1" fmla="*/ 0 h 188"/>
              <a:gd name="T2" fmla="*/ 0 w 161"/>
              <a:gd name="T3" fmla="*/ 0 h 188"/>
              <a:gd name="T4" fmla="*/ 0 w 161"/>
              <a:gd name="T5" fmla="*/ 188 h 188"/>
              <a:gd name="T6" fmla="*/ 161 w 161"/>
              <a:gd name="T7" fmla="*/ 188 h 188"/>
              <a:gd name="T8" fmla="*/ 161 w 161"/>
              <a:gd name="T9" fmla="*/ 50 h 188"/>
              <a:gd name="T10" fmla="*/ 113 w 161"/>
              <a:gd name="T11" fmla="*/ 0 h 188"/>
              <a:gd name="T12" fmla="*/ 119 w 161"/>
              <a:gd name="T13" fmla="*/ 53 h 188"/>
              <a:gd name="T14" fmla="*/ 111 w 161"/>
              <a:gd name="T15" fmla="*/ 44 h 188"/>
              <a:gd name="T16" fmla="*/ 110 w 161"/>
              <a:gd name="T17" fmla="*/ 3 h 188"/>
              <a:gd name="T18" fmla="*/ 158 w 161"/>
              <a:gd name="T19" fmla="*/ 53 h 188"/>
              <a:gd name="T20" fmla="*/ 119 w 161"/>
              <a:gd name="T21" fmla="*/ 5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1" h="188">
                <a:moveTo>
                  <a:pt x="113" y="0"/>
                </a:moveTo>
                <a:cubicBezTo>
                  <a:pt x="0" y="0"/>
                  <a:pt x="0" y="0"/>
                  <a:pt x="0" y="0"/>
                </a:cubicBezTo>
                <a:cubicBezTo>
                  <a:pt x="0" y="188"/>
                  <a:pt x="0" y="188"/>
                  <a:pt x="0" y="188"/>
                </a:cubicBezTo>
                <a:cubicBezTo>
                  <a:pt x="161" y="188"/>
                  <a:pt x="161" y="188"/>
                  <a:pt x="161" y="188"/>
                </a:cubicBezTo>
                <a:cubicBezTo>
                  <a:pt x="161" y="50"/>
                  <a:pt x="161" y="50"/>
                  <a:pt x="161" y="50"/>
                </a:cubicBezTo>
                <a:lnTo>
                  <a:pt x="113" y="0"/>
                </a:lnTo>
                <a:close/>
                <a:moveTo>
                  <a:pt x="119" y="53"/>
                </a:moveTo>
                <a:cubicBezTo>
                  <a:pt x="115" y="53"/>
                  <a:pt x="111" y="49"/>
                  <a:pt x="111" y="44"/>
                </a:cubicBezTo>
                <a:cubicBezTo>
                  <a:pt x="110" y="3"/>
                  <a:pt x="110" y="3"/>
                  <a:pt x="110" y="3"/>
                </a:cubicBezTo>
                <a:cubicBezTo>
                  <a:pt x="158" y="53"/>
                  <a:pt x="158" y="53"/>
                  <a:pt x="158" y="53"/>
                </a:cubicBezTo>
                <a:lnTo>
                  <a:pt x="119" y="53"/>
                </a:lnTo>
                <a:close/>
              </a:path>
            </a:pathLst>
          </a:custGeom>
          <a:solidFill>
            <a:schemeClr val="accent1"/>
          </a:solidFill>
          <a:ln>
            <a:noFill/>
          </a:ln>
        </p:spPr>
        <p:txBody>
          <a:bodyPr vert="horz" wrap="square" lIns="91440" tIns="45720" rIns="91440" bIns="45720" numCol="1" anchor="t" anchorCtr="0" compatLnSpc="1"/>
          <a:lstStyle/>
          <a:p>
            <a:endParaRPr lang="en-US" dirty="0"/>
          </a:p>
        </p:txBody>
      </p:sp>
      <p:sp>
        <p:nvSpPr>
          <p:cNvPr id="34" name="矩形 33"/>
          <p:cNvSpPr/>
          <p:nvPr/>
        </p:nvSpPr>
        <p:spPr>
          <a:xfrm>
            <a:off x="1640237" y="5435434"/>
            <a:ext cx="2715092" cy="529198"/>
          </a:xfrm>
          <a:prstGeom prst="rect">
            <a:avLst/>
          </a:prstGeom>
          <a:gradFill>
            <a:gsLst>
              <a:gs pos="0">
                <a:schemeClr val="accent1">
                  <a:lumMod val="75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rot="5400000">
            <a:off x="4132913" y="5631588"/>
            <a:ext cx="158794" cy="13689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2114077" y="5538078"/>
            <a:ext cx="1767412" cy="369332"/>
          </a:xfrm>
          <a:prstGeom prst="rect">
            <a:avLst/>
          </a:prstGeom>
          <a:noFill/>
        </p:spPr>
        <p:txBody>
          <a:bodyPr wrap="square" rtlCol="0">
            <a:spAutoFit/>
          </a:bodyPr>
          <a:lstStyle/>
          <a:p>
            <a:pPr algn="ctr"/>
            <a:r>
              <a:rPr lang="zh-CN" altLang="en-US" b="1" dirty="0">
                <a:solidFill>
                  <a:schemeClr val="bg1"/>
                </a:solidFill>
                <a:latin typeface="+mj-ea"/>
                <a:ea typeface="+mj-ea"/>
              </a:rPr>
              <a:t>输入小标题</a:t>
            </a:r>
            <a:endParaRPr lang="zh-CN" altLang="en-US" b="1" dirty="0">
              <a:solidFill>
                <a:schemeClr val="bg1"/>
              </a:solidFill>
              <a:latin typeface="+mj-ea"/>
              <a:ea typeface="+mj-ea"/>
            </a:endParaRPr>
          </a:p>
        </p:txBody>
      </p:sp>
      <p:sp>
        <p:nvSpPr>
          <p:cNvPr id="28" name="椭圆 27"/>
          <p:cNvSpPr/>
          <p:nvPr/>
        </p:nvSpPr>
        <p:spPr>
          <a:xfrm>
            <a:off x="1375638" y="5438762"/>
            <a:ext cx="529198" cy="529198"/>
          </a:xfrm>
          <a:prstGeom prst="ellipse">
            <a:avLst/>
          </a:prstGeom>
          <a:solidFill>
            <a:schemeClr val="bg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1484559" y="5591349"/>
            <a:ext cx="311357" cy="224025"/>
            <a:chOff x="3657196" y="5364856"/>
            <a:chExt cx="311357" cy="224025"/>
          </a:xfrm>
          <a:solidFill>
            <a:schemeClr val="accent1"/>
          </a:solidFill>
        </p:grpSpPr>
        <p:sp>
          <p:nvSpPr>
            <p:cNvPr id="30" name="Freeform 313"/>
            <p:cNvSpPr/>
            <p:nvPr/>
          </p:nvSpPr>
          <p:spPr bwMode="auto">
            <a:xfrm>
              <a:off x="3657196" y="5364856"/>
              <a:ext cx="267059" cy="224025"/>
            </a:xfrm>
            <a:custGeom>
              <a:avLst/>
              <a:gdLst>
                <a:gd name="T0" fmla="*/ 210 w 211"/>
                <a:gd name="T1" fmla="*/ 42 h 177"/>
                <a:gd name="T2" fmla="*/ 211 w 211"/>
                <a:gd name="T3" fmla="*/ 9 h 177"/>
                <a:gd name="T4" fmla="*/ 87 w 211"/>
                <a:gd name="T5" fmla="*/ 18 h 177"/>
                <a:gd name="T6" fmla="*/ 77 w 211"/>
                <a:gd name="T7" fmla="*/ 0 h 177"/>
                <a:gd name="T8" fmla="*/ 9 w 211"/>
                <a:gd name="T9" fmla="*/ 4 h 177"/>
                <a:gd name="T10" fmla="*/ 0 w 211"/>
                <a:gd name="T11" fmla="*/ 24 h 177"/>
                <a:gd name="T12" fmla="*/ 5 w 211"/>
                <a:gd name="T13" fmla="*/ 177 h 177"/>
                <a:gd name="T14" fmla="*/ 49 w 211"/>
                <a:gd name="T15" fmla="*/ 57 h 177"/>
                <a:gd name="T16" fmla="*/ 210 w 211"/>
                <a:gd name="T17" fmla="*/ 42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177">
                  <a:moveTo>
                    <a:pt x="210" y="42"/>
                  </a:moveTo>
                  <a:lnTo>
                    <a:pt x="211" y="9"/>
                  </a:lnTo>
                  <a:lnTo>
                    <a:pt x="87" y="18"/>
                  </a:lnTo>
                  <a:lnTo>
                    <a:pt x="77" y="0"/>
                  </a:lnTo>
                  <a:lnTo>
                    <a:pt x="9" y="4"/>
                  </a:lnTo>
                  <a:lnTo>
                    <a:pt x="0" y="24"/>
                  </a:lnTo>
                  <a:lnTo>
                    <a:pt x="5" y="177"/>
                  </a:lnTo>
                  <a:lnTo>
                    <a:pt x="49" y="57"/>
                  </a:lnTo>
                  <a:lnTo>
                    <a:pt x="210"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31" name="Freeform 314"/>
            <p:cNvSpPr/>
            <p:nvPr/>
          </p:nvSpPr>
          <p:spPr bwMode="auto">
            <a:xfrm>
              <a:off x="3668587" y="5419280"/>
              <a:ext cx="299966" cy="169601"/>
            </a:xfrm>
            <a:custGeom>
              <a:avLst/>
              <a:gdLst>
                <a:gd name="T0" fmla="*/ 43 w 237"/>
                <a:gd name="T1" fmla="*/ 18 h 134"/>
                <a:gd name="T2" fmla="*/ 237 w 237"/>
                <a:gd name="T3" fmla="*/ 0 h 134"/>
                <a:gd name="T4" fmla="*/ 196 w 237"/>
                <a:gd name="T5" fmla="*/ 118 h 134"/>
                <a:gd name="T6" fmla="*/ 0 w 237"/>
                <a:gd name="T7" fmla="*/ 134 h 134"/>
                <a:gd name="T8" fmla="*/ 43 w 237"/>
                <a:gd name="T9" fmla="*/ 18 h 134"/>
              </a:gdLst>
              <a:ahLst/>
              <a:cxnLst>
                <a:cxn ang="0">
                  <a:pos x="T0" y="T1"/>
                </a:cxn>
                <a:cxn ang="0">
                  <a:pos x="T2" y="T3"/>
                </a:cxn>
                <a:cxn ang="0">
                  <a:pos x="T4" y="T5"/>
                </a:cxn>
                <a:cxn ang="0">
                  <a:pos x="T6" y="T7"/>
                </a:cxn>
                <a:cxn ang="0">
                  <a:pos x="T8" y="T9"/>
                </a:cxn>
              </a:cxnLst>
              <a:rect l="0" t="0" r="r" b="b"/>
              <a:pathLst>
                <a:path w="237" h="134">
                  <a:moveTo>
                    <a:pt x="43" y="18"/>
                  </a:moveTo>
                  <a:lnTo>
                    <a:pt x="237" y="0"/>
                  </a:lnTo>
                  <a:lnTo>
                    <a:pt x="196" y="118"/>
                  </a:lnTo>
                  <a:lnTo>
                    <a:pt x="0" y="134"/>
                  </a:lnTo>
                  <a:lnTo>
                    <a:pt x="43"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53" name="矩形 52"/>
          <p:cNvSpPr/>
          <p:nvPr/>
        </p:nvSpPr>
        <p:spPr>
          <a:xfrm>
            <a:off x="2635067" y="3511711"/>
            <a:ext cx="2715092" cy="529198"/>
          </a:xfrm>
          <a:prstGeom prst="rect">
            <a:avLst/>
          </a:prstGeom>
          <a:gradFill>
            <a:gsLst>
              <a:gs pos="0">
                <a:schemeClr val="accent1">
                  <a:lumMod val="75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nvSpPr>
        <p:spPr>
          <a:xfrm rot="5400000">
            <a:off x="5127743" y="3707865"/>
            <a:ext cx="158794" cy="13689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3108907" y="3614355"/>
            <a:ext cx="1767412" cy="369332"/>
          </a:xfrm>
          <a:prstGeom prst="rect">
            <a:avLst/>
          </a:prstGeom>
          <a:noFill/>
        </p:spPr>
        <p:txBody>
          <a:bodyPr wrap="square" rtlCol="0">
            <a:spAutoFit/>
          </a:bodyPr>
          <a:lstStyle/>
          <a:p>
            <a:pPr algn="ctr"/>
            <a:r>
              <a:rPr lang="zh-CN" altLang="en-US" b="1" dirty="0">
                <a:solidFill>
                  <a:schemeClr val="bg1"/>
                </a:solidFill>
                <a:latin typeface="+mj-ea"/>
                <a:ea typeface="+mj-ea"/>
              </a:rPr>
              <a:t>输入小标题</a:t>
            </a:r>
            <a:endParaRPr lang="zh-CN" altLang="en-US" b="1" dirty="0">
              <a:solidFill>
                <a:schemeClr val="bg1"/>
              </a:solidFill>
              <a:latin typeface="+mj-ea"/>
              <a:ea typeface="+mj-ea"/>
            </a:endParaRPr>
          </a:p>
        </p:txBody>
      </p:sp>
      <p:sp>
        <p:nvSpPr>
          <p:cNvPr id="39" name="椭圆 38"/>
          <p:cNvSpPr/>
          <p:nvPr/>
        </p:nvSpPr>
        <p:spPr>
          <a:xfrm>
            <a:off x="2383303" y="3513783"/>
            <a:ext cx="529198" cy="529198"/>
          </a:xfrm>
          <a:prstGeom prst="ellipse">
            <a:avLst/>
          </a:prstGeom>
          <a:solidFill>
            <a:schemeClr val="bg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p:cNvGrpSpPr/>
          <p:nvPr/>
        </p:nvGrpSpPr>
        <p:grpSpPr>
          <a:xfrm>
            <a:off x="2482651" y="3641475"/>
            <a:ext cx="330503" cy="273814"/>
            <a:chOff x="7172894" y="656991"/>
            <a:chExt cx="513844" cy="425708"/>
          </a:xfrm>
          <a:solidFill>
            <a:schemeClr val="accent1"/>
          </a:solidFill>
        </p:grpSpPr>
        <p:sp>
          <p:nvSpPr>
            <p:cNvPr id="41" name="Rectangle 134"/>
            <p:cNvSpPr>
              <a:spLocks noChangeArrowheads="1"/>
            </p:cNvSpPr>
            <p:nvPr/>
          </p:nvSpPr>
          <p:spPr bwMode="auto">
            <a:xfrm>
              <a:off x="7364130" y="1036137"/>
              <a:ext cx="134697" cy="28270"/>
            </a:xfrm>
            <a:prstGeom prst="rect">
              <a:avLst/>
            </a:prstGeom>
            <a:grpFill/>
            <a:ln>
              <a:noFill/>
            </a:ln>
          </p:spPr>
          <p:txBody>
            <a:bodyPr vert="horz" wrap="square" lIns="91440" tIns="45720" rIns="91440" bIns="45720" numCol="1" anchor="t" anchorCtr="0" compatLnSpc="1"/>
            <a:lstStyle/>
            <a:p>
              <a:endParaRPr lang="en-US"/>
            </a:p>
          </p:txBody>
        </p:sp>
        <p:sp>
          <p:nvSpPr>
            <p:cNvPr id="42" name="Freeform 135"/>
            <p:cNvSpPr>
              <a:spLocks noEditPoints="1"/>
            </p:cNvSpPr>
            <p:nvPr/>
          </p:nvSpPr>
          <p:spPr bwMode="auto">
            <a:xfrm>
              <a:off x="7172894" y="656991"/>
              <a:ext cx="513844" cy="370833"/>
            </a:xfrm>
            <a:custGeom>
              <a:avLst/>
              <a:gdLst>
                <a:gd name="T0" fmla="*/ 240 w 246"/>
                <a:gd name="T1" fmla="*/ 0 h 178"/>
                <a:gd name="T2" fmla="*/ 7 w 246"/>
                <a:gd name="T3" fmla="*/ 0 h 178"/>
                <a:gd name="T4" fmla="*/ 0 w 246"/>
                <a:gd name="T5" fmla="*/ 6 h 178"/>
                <a:gd name="T6" fmla="*/ 0 w 246"/>
                <a:gd name="T7" fmla="*/ 172 h 178"/>
                <a:gd name="T8" fmla="*/ 7 w 246"/>
                <a:gd name="T9" fmla="*/ 178 h 178"/>
                <a:gd name="T10" fmla="*/ 240 w 246"/>
                <a:gd name="T11" fmla="*/ 178 h 178"/>
                <a:gd name="T12" fmla="*/ 246 w 246"/>
                <a:gd name="T13" fmla="*/ 172 h 178"/>
                <a:gd name="T14" fmla="*/ 246 w 246"/>
                <a:gd name="T15" fmla="*/ 6 h 178"/>
                <a:gd name="T16" fmla="*/ 240 w 246"/>
                <a:gd name="T17" fmla="*/ 0 h 178"/>
                <a:gd name="T18" fmla="*/ 231 w 246"/>
                <a:gd name="T19" fmla="*/ 139 h 178"/>
                <a:gd name="T20" fmla="*/ 16 w 246"/>
                <a:gd name="T21" fmla="*/ 139 h 178"/>
                <a:gd name="T22" fmla="*/ 16 w 246"/>
                <a:gd name="T23" fmla="*/ 14 h 178"/>
                <a:gd name="T24" fmla="*/ 231 w 246"/>
                <a:gd name="T25" fmla="*/ 14 h 178"/>
                <a:gd name="T26" fmla="*/ 231 w 246"/>
                <a:gd name="T27" fmla="*/ 139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6" h="178">
                  <a:moveTo>
                    <a:pt x="240" y="0"/>
                  </a:moveTo>
                  <a:cubicBezTo>
                    <a:pt x="7" y="0"/>
                    <a:pt x="7" y="0"/>
                    <a:pt x="7" y="0"/>
                  </a:cubicBezTo>
                  <a:cubicBezTo>
                    <a:pt x="3" y="0"/>
                    <a:pt x="0" y="2"/>
                    <a:pt x="0" y="6"/>
                  </a:cubicBezTo>
                  <a:cubicBezTo>
                    <a:pt x="0" y="172"/>
                    <a:pt x="0" y="172"/>
                    <a:pt x="0" y="172"/>
                  </a:cubicBezTo>
                  <a:cubicBezTo>
                    <a:pt x="0" y="175"/>
                    <a:pt x="3" y="178"/>
                    <a:pt x="7" y="178"/>
                  </a:cubicBezTo>
                  <a:cubicBezTo>
                    <a:pt x="240" y="178"/>
                    <a:pt x="240" y="178"/>
                    <a:pt x="240" y="178"/>
                  </a:cubicBezTo>
                  <a:cubicBezTo>
                    <a:pt x="243" y="178"/>
                    <a:pt x="246" y="175"/>
                    <a:pt x="246" y="172"/>
                  </a:cubicBezTo>
                  <a:cubicBezTo>
                    <a:pt x="246" y="6"/>
                    <a:pt x="246" y="6"/>
                    <a:pt x="246" y="6"/>
                  </a:cubicBezTo>
                  <a:cubicBezTo>
                    <a:pt x="246" y="2"/>
                    <a:pt x="243" y="0"/>
                    <a:pt x="240" y="0"/>
                  </a:cubicBezTo>
                  <a:close/>
                  <a:moveTo>
                    <a:pt x="231" y="139"/>
                  </a:moveTo>
                  <a:cubicBezTo>
                    <a:pt x="16" y="139"/>
                    <a:pt x="16" y="139"/>
                    <a:pt x="16" y="139"/>
                  </a:cubicBezTo>
                  <a:cubicBezTo>
                    <a:pt x="16" y="14"/>
                    <a:pt x="16" y="14"/>
                    <a:pt x="16" y="14"/>
                  </a:cubicBezTo>
                  <a:cubicBezTo>
                    <a:pt x="231" y="14"/>
                    <a:pt x="231" y="14"/>
                    <a:pt x="231" y="14"/>
                  </a:cubicBezTo>
                  <a:lnTo>
                    <a:pt x="231" y="139"/>
                  </a:lnTo>
                  <a:close/>
                </a:path>
              </a:pathLst>
            </a:custGeom>
            <a:grpFill/>
            <a:ln>
              <a:noFill/>
            </a:ln>
          </p:spPr>
          <p:txBody>
            <a:bodyPr vert="horz" wrap="square" lIns="91440" tIns="45720" rIns="91440" bIns="45720" numCol="1" anchor="t" anchorCtr="0" compatLnSpc="1"/>
            <a:lstStyle/>
            <a:p>
              <a:endParaRPr lang="en-US"/>
            </a:p>
          </p:txBody>
        </p:sp>
        <p:sp>
          <p:nvSpPr>
            <p:cNvPr id="43" name="Freeform 136"/>
            <p:cNvSpPr/>
            <p:nvPr/>
          </p:nvSpPr>
          <p:spPr bwMode="auto">
            <a:xfrm>
              <a:off x="7320894" y="1071058"/>
              <a:ext cx="219506" cy="11641"/>
            </a:xfrm>
            <a:custGeom>
              <a:avLst/>
              <a:gdLst>
                <a:gd name="T0" fmla="*/ 100 w 105"/>
                <a:gd name="T1" fmla="*/ 0 h 6"/>
                <a:gd name="T2" fmla="*/ 4 w 105"/>
                <a:gd name="T3" fmla="*/ 0 h 6"/>
                <a:gd name="T4" fmla="*/ 0 w 105"/>
                <a:gd name="T5" fmla="*/ 4 h 6"/>
                <a:gd name="T6" fmla="*/ 0 w 105"/>
                <a:gd name="T7" fmla="*/ 6 h 6"/>
                <a:gd name="T8" fmla="*/ 105 w 105"/>
                <a:gd name="T9" fmla="*/ 6 h 6"/>
                <a:gd name="T10" fmla="*/ 105 w 105"/>
                <a:gd name="T11" fmla="*/ 4 h 6"/>
                <a:gd name="T12" fmla="*/ 100 w 10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05" h="6">
                  <a:moveTo>
                    <a:pt x="100" y="0"/>
                  </a:moveTo>
                  <a:cubicBezTo>
                    <a:pt x="4" y="0"/>
                    <a:pt x="4" y="0"/>
                    <a:pt x="4" y="0"/>
                  </a:cubicBezTo>
                  <a:cubicBezTo>
                    <a:pt x="2" y="0"/>
                    <a:pt x="0" y="2"/>
                    <a:pt x="0" y="4"/>
                  </a:cubicBezTo>
                  <a:cubicBezTo>
                    <a:pt x="0" y="6"/>
                    <a:pt x="0" y="6"/>
                    <a:pt x="0" y="6"/>
                  </a:cubicBezTo>
                  <a:cubicBezTo>
                    <a:pt x="105" y="6"/>
                    <a:pt x="105" y="6"/>
                    <a:pt x="105" y="6"/>
                  </a:cubicBezTo>
                  <a:cubicBezTo>
                    <a:pt x="105" y="4"/>
                    <a:pt x="105" y="4"/>
                    <a:pt x="105" y="4"/>
                  </a:cubicBezTo>
                  <a:cubicBezTo>
                    <a:pt x="105" y="2"/>
                    <a:pt x="103" y="0"/>
                    <a:pt x="100" y="0"/>
                  </a:cubicBezTo>
                  <a:close/>
                </a:path>
              </a:pathLst>
            </a:custGeom>
            <a:grpFill/>
            <a:ln>
              <a:noFill/>
            </a:ln>
          </p:spPr>
          <p:txBody>
            <a:bodyPr vert="horz" wrap="square" lIns="91440" tIns="45720" rIns="91440" bIns="45720" numCol="1" anchor="t" anchorCtr="0" compatLnSpc="1"/>
            <a:lstStyle/>
            <a:p>
              <a:endParaRPr lang="en-US"/>
            </a:p>
          </p:txBody>
        </p:sp>
        <p:sp>
          <p:nvSpPr>
            <p:cNvPr id="44" name="Oval 137"/>
            <p:cNvSpPr>
              <a:spLocks noChangeArrowheads="1"/>
            </p:cNvSpPr>
            <p:nvPr/>
          </p:nvSpPr>
          <p:spPr bwMode="auto">
            <a:xfrm>
              <a:off x="7219456" y="869845"/>
              <a:ext cx="58203" cy="58203"/>
            </a:xfrm>
            <a:prstGeom prst="ellipse">
              <a:avLst/>
            </a:prstGeom>
            <a:grpFill/>
            <a:ln>
              <a:noFill/>
            </a:ln>
          </p:spPr>
          <p:txBody>
            <a:bodyPr vert="horz" wrap="square" lIns="91440" tIns="45720" rIns="91440" bIns="45720" numCol="1" anchor="t" anchorCtr="0" compatLnSpc="1"/>
            <a:lstStyle/>
            <a:p>
              <a:endParaRPr lang="en-US"/>
            </a:p>
          </p:txBody>
        </p:sp>
        <p:sp>
          <p:nvSpPr>
            <p:cNvPr id="45" name="Oval 138"/>
            <p:cNvSpPr>
              <a:spLocks noChangeArrowheads="1"/>
            </p:cNvSpPr>
            <p:nvPr/>
          </p:nvSpPr>
          <p:spPr bwMode="auto">
            <a:xfrm>
              <a:off x="7294287" y="819957"/>
              <a:ext cx="61529" cy="58203"/>
            </a:xfrm>
            <a:prstGeom prst="ellipse">
              <a:avLst/>
            </a:prstGeom>
            <a:grpFill/>
            <a:ln>
              <a:noFill/>
            </a:ln>
          </p:spPr>
          <p:txBody>
            <a:bodyPr vert="horz" wrap="square" lIns="91440" tIns="45720" rIns="91440" bIns="45720" numCol="1" anchor="t" anchorCtr="0" compatLnSpc="1"/>
            <a:lstStyle/>
            <a:p>
              <a:endParaRPr lang="en-US"/>
            </a:p>
          </p:txBody>
        </p:sp>
        <p:sp>
          <p:nvSpPr>
            <p:cNvPr id="46" name="Oval 139"/>
            <p:cNvSpPr>
              <a:spLocks noChangeArrowheads="1"/>
            </p:cNvSpPr>
            <p:nvPr/>
          </p:nvSpPr>
          <p:spPr bwMode="auto">
            <a:xfrm>
              <a:off x="7380759" y="843238"/>
              <a:ext cx="58203" cy="58203"/>
            </a:xfrm>
            <a:prstGeom prst="ellipse">
              <a:avLst/>
            </a:prstGeom>
            <a:grpFill/>
            <a:ln>
              <a:noFill/>
            </a:ln>
          </p:spPr>
          <p:txBody>
            <a:bodyPr vert="horz" wrap="square" lIns="91440" tIns="45720" rIns="91440" bIns="45720" numCol="1" anchor="t" anchorCtr="0" compatLnSpc="1"/>
            <a:lstStyle/>
            <a:p>
              <a:endParaRPr lang="en-US"/>
            </a:p>
          </p:txBody>
        </p:sp>
        <p:sp>
          <p:nvSpPr>
            <p:cNvPr id="47" name="Oval 140"/>
            <p:cNvSpPr>
              <a:spLocks noChangeArrowheads="1"/>
            </p:cNvSpPr>
            <p:nvPr/>
          </p:nvSpPr>
          <p:spPr bwMode="auto">
            <a:xfrm>
              <a:off x="7443950" y="765080"/>
              <a:ext cx="61529" cy="59865"/>
            </a:xfrm>
            <a:prstGeom prst="ellipse">
              <a:avLst/>
            </a:prstGeom>
            <a:grpFill/>
            <a:ln>
              <a:noFill/>
            </a:ln>
          </p:spPr>
          <p:txBody>
            <a:bodyPr vert="horz" wrap="square" lIns="91440" tIns="45720" rIns="91440" bIns="45720" numCol="1" anchor="t" anchorCtr="0" compatLnSpc="1"/>
            <a:lstStyle/>
            <a:p>
              <a:endParaRPr lang="en-US"/>
            </a:p>
          </p:txBody>
        </p:sp>
        <p:sp>
          <p:nvSpPr>
            <p:cNvPr id="48" name="Oval 141"/>
            <p:cNvSpPr>
              <a:spLocks noChangeArrowheads="1"/>
            </p:cNvSpPr>
            <p:nvPr/>
          </p:nvSpPr>
          <p:spPr bwMode="auto">
            <a:xfrm>
              <a:off x="7508805" y="813305"/>
              <a:ext cx="58203" cy="58203"/>
            </a:xfrm>
            <a:prstGeom prst="ellipse">
              <a:avLst/>
            </a:prstGeom>
            <a:grpFill/>
            <a:ln>
              <a:noFill/>
            </a:ln>
          </p:spPr>
          <p:txBody>
            <a:bodyPr vert="horz" wrap="square" lIns="91440" tIns="45720" rIns="91440" bIns="45720" numCol="1" anchor="t" anchorCtr="0" compatLnSpc="1"/>
            <a:lstStyle/>
            <a:p>
              <a:endParaRPr lang="en-US"/>
            </a:p>
          </p:txBody>
        </p:sp>
        <p:sp>
          <p:nvSpPr>
            <p:cNvPr id="49" name="Oval 142"/>
            <p:cNvSpPr>
              <a:spLocks noChangeArrowheads="1"/>
            </p:cNvSpPr>
            <p:nvPr/>
          </p:nvSpPr>
          <p:spPr bwMode="auto">
            <a:xfrm>
              <a:off x="7578648" y="718518"/>
              <a:ext cx="58203" cy="58203"/>
            </a:xfrm>
            <a:prstGeom prst="ellipse">
              <a:avLst/>
            </a:prstGeom>
            <a:grpFill/>
            <a:ln>
              <a:noFill/>
            </a:ln>
          </p:spPr>
          <p:txBody>
            <a:bodyPr vert="horz" wrap="square" lIns="91440" tIns="45720" rIns="91440" bIns="45720" numCol="1" anchor="t" anchorCtr="0" compatLnSpc="1"/>
            <a:lstStyle/>
            <a:p>
              <a:endParaRPr lang="en-US"/>
            </a:p>
          </p:txBody>
        </p:sp>
        <p:sp>
          <p:nvSpPr>
            <p:cNvPr id="50" name="Freeform 143"/>
            <p:cNvSpPr/>
            <p:nvPr/>
          </p:nvSpPr>
          <p:spPr bwMode="auto">
            <a:xfrm>
              <a:off x="7236085" y="735147"/>
              <a:ext cx="384136" cy="174608"/>
            </a:xfrm>
            <a:custGeom>
              <a:avLst/>
              <a:gdLst>
                <a:gd name="T0" fmla="*/ 6 w 184"/>
                <a:gd name="T1" fmla="*/ 84 h 84"/>
                <a:gd name="T2" fmla="*/ 2 w 184"/>
                <a:gd name="T3" fmla="*/ 82 h 84"/>
                <a:gd name="T4" fmla="*/ 4 w 184"/>
                <a:gd name="T5" fmla="*/ 74 h 84"/>
                <a:gd name="T6" fmla="*/ 42 w 184"/>
                <a:gd name="T7" fmla="*/ 49 h 84"/>
                <a:gd name="T8" fmla="*/ 81 w 184"/>
                <a:gd name="T9" fmla="*/ 60 h 84"/>
                <a:gd name="T10" fmla="*/ 114 w 184"/>
                <a:gd name="T11" fmla="*/ 22 h 84"/>
                <a:gd name="T12" fmla="*/ 144 w 184"/>
                <a:gd name="T13" fmla="*/ 45 h 84"/>
                <a:gd name="T14" fmla="*/ 174 w 184"/>
                <a:gd name="T15" fmla="*/ 3 h 84"/>
                <a:gd name="T16" fmla="*/ 181 w 184"/>
                <a:gd name="T17" fmla="*/ 1 h 84"/>
                <a:gd name="T18" fmla="*/ 182 w 184"/>
                <a:gd name="T19" fmla="*/ 9 h 84"/>
                <a:gd name="T20" fmla="*/ 147 w 184"/>
                <a:gd name="T21" fmla="*/ 60 h 84"/>
                <a:gd name="T22" fmla="*/ 115 w 184"/>
                <a:gd name="T23" fmla="*/ 37 h 84"/>
                <a:gd name="T24" fmla="*/ 85 w 184"/>
                <a:gd name="T25" fmla="*/ 72 h 84"/>
                <a:gd name="T26" fmla="*/ 43 w 184"/>
                <a:gd name="T27" fmla="*/ 61 h 84"/>
                <a:gd name="T28" fmla="*/ 9 w 184"/>
                <a:gd name="T29" fmla="*/ 83 h 84"/>
                <a:gd name="T30" fmla="*/ 6 w 184"/>
                <a:gd name="T3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4" h="84">
                  <a:moveTo>
                    <a:pt x="6" y="84"/>
                  </a:moveTo>
                  <a:cubicBezTo>
                    <a:pt x="5" y="84"/>
                    <a:pt x="3" y="83"/>
                    <a:pt x="2" y="82"/>
                  </a:cubicBezTo>
                  <a:cubicBezTo>
                    <a:pt x="0" y="79"/>
                    <a:pt x="1" y="76"/>
                    <a:pt x="4" y="74"/>
                  </a:cubicBezTo>
                  <a:cubicBezTo>
                    <a:pt x="42" y="49"/>
                    <a:pt x="42" y="49"/>
                    <a:pt x="42" y="49"/>
                  </a:cubicBezTo>
                  <a:cubicBezTo>
                    <a:pt x="81" y="60"/>
                    <a:pt x="81" y="60"/>
                    <a:pt x="81" y="60"/>
                  </a:cubicBezTo>
                  <a:cubicBezTo>
                    <a:pt x="114" y="22"/>
                    <a:pt x="114" y="22"/>
                    <a:pt x="114" y="22"/>
                  </a:cubicBezTo>
                  <a:cubicBezTo>
                    <a:pt x="144" y="45"/>
                    <a:pt x="144" y="45"/>
                    <a:pt x="144" y="45"/>
                  </a:cubicBezTo>
                  <a:cubicBezTo>
                    <a:pt x="174" y="3"/>
                    <a:pt x="174" y="3"/>
                    <a:pt x="174" y="3"/>
                  </a:cubicBezTo>
                  <a:cubicBezTo>
                    <a:pt x="175" y="0"/>
                    <a:pt x="179" y="0"/>
                    <a:pt x="181" y="1"/>
                  </a:cubicBezTo>
                  <a:cubicBezTo>
                    <a:pt x="183" y="3"/>
                    <a:pt x="184" y="6"/>
                    <a:pt x="182" y="9"/>
                  </a:cubicBezTo>
                  <a:cubicBezTo>
                    <a:pt x="147" y="60"/>
                    <a:pt x="147" y="60"/>
                    <a:pt x="147" y="60"/>
                  </a:cubicBezTo>
                  <a:cubicBezTo>
                    <a:pt x="115" y="37"/>
                    <a:pt x="115" y="37"/>
                    <a:pt x="115" y="37"/>
                  </a:cubicBezTo>
                  <a:cubicBezTo>
                    <a:pt x="85" y="72"/>
                    <a:pt x="85" y="72"/>
                    <a:pt x="85" y="72"/>
                  </a:cubicBezTo>
                  <a:cubicBezTo>
                    <a:pt x="43" y="61"/>
                    <a:pt x="43" y="61"/>
                    <a:pt x="43" y="61"/>
                  </a:cubicBezTo>
                  <a:cubicBezTo>
                    <a:pt x="9" y="83"/>
                    <a:pt x="9" y="83"/>
                    <a:pt x="9" y="83"/>
                  </a:cubicBezTo>
                  <a:cubicBezTo>
                    <a:pt x="8" y="84"/>
                    <a:pt x="7" y="84"/>
                    <a:pt x="6" y="84"/>
                  </a:cubicBezTo>
                  <a:close/>
                </a:path>
              </a:pathLst>
            </a:custGeom>
            <a:grpFill/>
            <a:ln>
              <a:noFill/>
            </a:ln>
          </p:spPr>
          <p:txBody>
            <a:bodyPr vert="horz" wrap="square" lIns="91440" tIns="45720" rIns="91440" bIns="45720" numCol="1" anchor="t" anchorCtr="0" compatLnSpc="1"/>
            <a:lstStyle/>
            <a:p>
              <a:endParaRPr lang="en-US"/>
            </a:p>
          </p:txBody>
        </p:sp>
      </p:grpSp>
      <p:sp>
        <p:nvSpPr>
          <p:cNvPr id="70" name="矩形 69"/>
          <p:cNvSpPr/>
          <p:nvPr/>
        </p:nvSpPr>
        <p:spPr>
          <a:xfrm>
            <a:off x="2342768" y="4473754"/>
            <a:ext cx="2715092" cy="529198"/>
          </a:xfrm>
          <a:prstGeom prst="rect">
            <a:avLst/>
          </a:prstGeom>
          <a:gradFill>
            <a:gsLst>
              <a:gs pos="0">
                <a:schemeClr val="accent1">
                  <a:lumMod val="75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等腰三角形 70"/>
          <p:cNvSpPr/>
          <p:nvPr/>
        </p:nvSpPr>
        <p:spPr>
          <a:xfrm rot="5400000">
            <a:off x="4835444" y="4669908"/>
            <a:ext cx="158794" cy="13689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2816608" y="4576398"/>
            <a:ext cx="1767412" cy="369332"/>
          </a:xfrm>
          <a:prstGeom prst="rect">
            <a:avLst/>
          </a:prstGeom>
          <a:noFill/>
        </p:spPr>
        <p:txBody>
          <a:bodyPr wrap="square" rtlCol="0">
            <a:spAutoFit/>
          </a:bodyPr>
          <a:lstStyle/>
          <a:p>
            <a:pPr algn="ctr"/>
            <a:r>
              <a:rPr lang="zh-CN" altLang="en-US" b="1" dirty="0">
                <a:solidFill>
                  <a:schemeClr val="bg1"/>
                </a:solidFill>
                <a:latin typeface="+mj-ea"/>
                <a:ea typeface="+mj-ea"/>
              </a:rPr>
              <a:t>输入小标题</a:t>
            </a:r>
            <a:endParaRPr lang="zh-CN" altLang="en-US" b="1" dirty="0">
              <a:solidFill>
                <a:schemeClr val="bg1"/>
              </a:solidFill>
              <a:latin typeface="+mj-ea"/>
              <a:ea typeface="+mj-ea"/>
            </a:endParaRPr>
          </a:p>
        </p:txBody>
      </p:sp>
      <p:sp>
        <p:nvSpPr>
          <p:cNvPr id="58" name="椭圆 57"/>
          <p:cNvSpPr/>
          <p:nvPr/>
        </p:nvSpPr>
        <p:spPr>
          <a:xfrm>
            <a:off x="2085210" y="4475462"/>
            <a:ext cx="529198" cy="529198"/>
          </a:xfrm>
          <a:prstGeom prst="ellipse">
            <a:avLst/>
          </a:prstGeom>
          <a:solidFill>
            <a:schemeClr val="bg1"/>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p:cNvGrpSpPr/>
          <p:nvPr/>
        </p:nvGrpSpPr>
        <p:grpSpPr>
          <a:xfrm>
            <a:off x="2169306" y="4559021"/>
            <a:ext cx="361007" cy="362081"/>
            <a:chOff x="4896992" y="1889209"/>
            <a:chExt cx="464009" cy="465389"/>
          </a:xfrm>
          <a:solidFill>
            <a:schemeClr val="accent1"/>
          </a:solidFill>
        </p:grpSpPr>
        <p:sp>
          <p:nvSpPr>
            <p:cNvPr id="60" name="Freeform 99"/>
            <p:cNvSpPr/>
            <p:nvPr/>
          </p:nvSpPr>
          <p:spPr bwMode="auto">
            <a:xfrm>
              <a:off x="5207712" y="2003830"/>
              <a:ext cx="136717" cy="107716"/>
            </a:xfrm>
            <a:custGeom>
              <a:avLst/>
              <a:gdLst>
                <a:gd name="T0" fmla="*/ 0 w 50"/>
                <a:gd name="T1" fmla="*/ 39 h 39"/>
                <a:gd name="T2" fmla="*/ 16 w 50"/>
                <a:gd name="T3" fmla="*/ 39 h 39"/>
                <a:gd name="T4" fmla="*/ 50 w 50"/>
                <a:gd name="T5" fmla="*/ 10 h 39"/>
                <a:gd name="T6" fmla="*/ 45 w 50"/>
                <a:gd name="T7" fmla="*/ 0 h 39"/>
                <a:gd name="T8" fmla="*/ 0 w 50"/>
                <a:gd name="T9" fmla="*/ 38 h 39"/>
                <a:gd name="T10" fmla="*/ 0 w 50"/>
                <a:gd name="T11" fmla="*/ 39 h 39"/>
              </a:gdLst>
              <a:ahLst/>
              <a:cxnLst>
                <a:cxn ang="0">
                  <a:pos x="T0" y="T1"/>
                </a:cxn>
                <a:cxn ang="0">
                  <a:pos x="T2" y="T3"/>
                </a:cxn>
                <a:cxn ang="0">
                  <a:pos x="T4" y="T5"/>
                </a:cxn>
                <a:cxn ang="0">
                  <a:pos x="T6" y="T7"/>
                </a:cxn>
                <a:cxn ang="0">
                  <a:pos x="T8" y="T9"/>
                </a:cxn>
                <a:cxn ang="0">
                  <a:pos x="T10" y="T11"/>
                </a:cxn>
              </a:cxnLst>
              <a:rect l="0" t="0" r="r" b="b"/>
              <a:pathLst>
                <a:path w="50" h="39">
                  <a:moveTo>
                    <a:pt x="0" y="39"/>
                  </a:moveTo>
                  <a:cubicBezTo>
                    <a:pt x="16" y="39"/>
                    <a:pt x="16" y="39"/>
                    <a:pt x="16" y="39"/>
                  </a:cubicBezTo>
                  <a:cubicBezTo>
                    <a:pt x="50" y="10"/>
                    <a:pt x="50" y="10"/>
                    <a:pt x="50" y="10"/>
                  </a:cubicBezTo>
                  <a:cubicBezTo>
                    <a:pt x="48" y="7"/>
                    <a:pt x="46" y="3"/>
                    <a:pt x="45" y="0"/>
                  </a:cubicBezTo>
                  <a:cubicBezTo>
                    <a:pt x="0" y="38"/>
                    <a:pt x="0" y="38"/>
                    <a:pt x="0" y="38"/>
                  </a:cubicBezTo>
                  <a:lnTo>
                    <a:pt x="0" y="39"/>
                  </a:lnTo>
                  <a:close/>
                </a:path>
              </a:pathLst>
            </a:custGeom>
            <a:grpFill/>
            <a:ln>
              <a:noFill/>
            </a:ln>
          </p:spPr>
          <p:txBody>
            <a:bodyPr vert="horz" wrap="square" lIns="91440" tIns="45720" rIns="91440" bIns="45720" numCol="1" anchor="t" anchorCtr="0" compatLnSpc="1"/>
            <a:lstStyle/>
            <a:p>
              <a:endParaRPr lang="en-US"/>
            </a:p>
          </p:txBody>
        </p:sp>
        <p:sp>
          <p:nvSpPr>
            <p:cNvPr id="61" name="Freeform 100"/>
            <p:cNvSpPr/>
            <p:nvPr/>
          </p:nvSpPr>
          <p:spPr bwMode="auto">
            <a:xfrm>
              <a:off x="5141425" y="1889209"/>
              <a:ext cx="35905" cy="38667"/>
            </a:xfrm>
            <a:custGeom>
              <a:avLst/>
              <a:gdLst>
                <a:gd name="T0" fmla="*/ 0 w 13"/>
                <a:gd name="T1" fmla="*/ 0 h 14"/>
                <a:gd name="T2" fmla="*/ 0 w 13"/>
                <a:gd name="T3" fmla="*/ 14 h 14"/>
                <a:gd name="T4" fmla="*/ 13 w 13"/>
                <a:gd name="T5" fmla="*/ 2 h 14"/>
                <a:gd name="T6" fmla="*/ 0 w 13"/>
                <a:gd name="T7" fmla="*/ 0 h 14"/>
              </a:gdLst>
              <a:ahLst/>
              <a:cxnLst>
                <a:cxn ang="0">
                  <a:pos x="T0" y="T1"/>
                </a:cxn>
                <a:cxn ang="0">
                  <a:pos x="T2" y="T3"/>
                </a:cxn>
                <a:cxn ang="0">
                  <a:pos x="T4" y="T5"/>
                </a:cxn>
                <a:cxn ang="0">
                  <a:pos x="T6" y="T7"/>
                </a:cxn>
              </a:cxnLst>
              <a:rect l="0" t="0" r="r" b="b"/>
              <a:pathLst>
                <a:path w="13" h="14">
                  <a:moveTo>
                    <a:pt x="0" y="0"/>
                  </a:moveTo>
                  <a:cubicBezTo>
                    <a:pt x="0" y="14"/>
                    <a:pt x="0" y="14"/>
                    <a:pt x="0" y="14"/>
                  </a:cubicBezTo>
                  <a:cubicBezTo>
                    <a:pt x="13" y="2"/>
                    <a:pt x="13" y="2"/>
                    <a:pt x="13" y="2"/>
                  </a:cubicBezTo>
                  <a:cubicBezTo>
                    <a:pt x="9" y="1"/>
                    <a:pt x="4" y="1"/>
                    <a:pt x="0" y="0"/>
                  </a:cubicBezTo>
                  <a:close/>
                </a:path>
              </a:pathLst>
            </a:custGeom>
            <a:grpFill/>
            <a:ln>
              <a:noFill/>
            </a:ln>
          </p:spPr>
          <p:txBody>
            <a:bodyPr vert="horz" wrap="square" lIns="91440" tIns="45720" rIns="91440" bIns="45720" numCol="1" anchor="t" anchorCtr="0" compatLnSpc="1"/>
            <a:lstStyle/>
            <a:p>
              <a:endParaRPr lang="en-US"/>
            </a:p>
          </p:txBody>
        </p:sp>
        <p:sp>
          <p:nvSpPr>
            <p:cNvPr id="62" name="Freeform 101"/>
            <p:cNvSpPr/>
            <p:nvPr/>
          </p:nvSpPr>
          <p:spPr bwMode="auto">
            <a:xfrm>
              <a:off x="5286428" y="2056307"/>
              <a:ext cx="71811" cy="55239"/>
            </a:xfrm>
            <a:custGeom>
              <a:avLst/>
              <a:gdLst>
                <a:gd name="T0" fmla="*/ 17 w 26"/>
                <a:gd name="T1" fmla="*/ 20 h 20"/>
                <a:gd name="T2" fmla="*/ 26 w 26"/>
                <a:gd name="T3" fmla="*/ 12 h 20"/>
                <a:gd name="T4" fmla="*/ 24 w 26"/>
                <a:gd name="T5" fmla="*/ 0 h 20"/>
                <a:gd name="T6" fmla="*/ 0 w 26"/>
                <a:gd name="T7" fmla="*/ 20 h 20"/>
                <a:gd name="T8" fmla="*/ 17 w 26"/>
                <a:gd name="T9" fmla="*/ 20 h 20"/>
              </a:gdLst>
              <a:ahLst/>
              <a:cxnLst>
                <a:cxn ang="0">
                  <a:pos x="T0" y="T1"/>
                </a:cxn>
                <a:cxn ang="0">
                  <a:pos x="T2" y="T3"/>
                </a:cxn>
                <a:cxn ang="0">
                  <a:pos x="T4" y="T5"/>
                </a:cxn>
                <a:cxn ang="0">
                  <a:pos x="T6" y="T7"/>
                </a:cxn>
                <a:cxn ang="0">
                  <a:pos x="T8" y="T9"/>
                </a:cxn>
              </a:cxnLst>
              <a:rect l="0" t="0" r="r" b="b"/>
              <a:pathLst>
                <a:path w="26" h="20">
                  <a:moveTo>
                    <a:pt x="17" y="20"/>
                  </a:moveTo>
                  <a:cubicBezTo>
                    <a:pt x="26" y="12"/>
                    <a:pt x="26" y="12"/>
                    <a:pt x="26" y="12"/>
                  </a:cubicBezTo>
                  <a:cubicBezTo>
                    <a:pt x="26" y="8"/>
                    <a:pt x="25" y="4"/>
                    <a:pt x="24" y="0"/>
                  </a:cubicBezTo>
                  <a:cubicBezTo>
                    <a:pt x="0" y="20"/>
                    <a:pt x="0" y="20"/>
                    <a:pt x="0" y="20"/>
                  </a:cubicBezTo>
                  <a:lnTo>
                    <a:pt x="17" y="20"/>
                  </a:lnTo>
                  <a:close/>
                </a:path>
              </a:pathLst>
            </a:custGeom>
            <a:grpFill/>
            <a:ln>
              <a:noFill/>
            </a:ln>
          </p:spPr>
          <p:txBody>
            <a:bodyPr vert="horz" wrap="square" lIns="91440" tIns="45720" rIns="91440" bIns="45720" numCol="1" anchor="t" anchorCtr="0" compatLnSpc="1"/>
            <a:lstStyle/>
            <a:p>
              <a:endParaRPr lang="en-US"/>
            </a:p>
          </p:txBody>
        </p:sp>
        <p:sp>
          <p:nvSpPr>
            <p:cNvPr id="63" name="Freeform 102"/>
            <p:cNvSpPr/>
            <p:nvPr/>
          </p:nvSpPr>
          <p:spPr bwMode="auto">
            <a:xfrm>
              <a:off x="5141425" y="1927876"/>
              <a:ext cx="139479" cy="139479"/>
            </a:xfrm>
            <a:custGeom>
              <a:avLst/>
              <a:gdLst>
                <a:gd name="T0" fmla="*/ 42 w 51"/>
                <a:gd name="T1" fmla="*/ 0 h 51"/>
                <a:gd name="T2" fmla="*/ 0 w 51"/>
                <a:gd name="T3" fmla="*/ 37 h 51"/>
                <a:gd name="T4" fmla="*/ 0 w 51"/>
                <a:gd name="T5" fmla="*/ 51 h 51"/>
                <a:gd name="T6" fmla="*/ 51 w 51"/>
                <a:gd name="T7" fmla="*/ 7 h 51"/>
                <a:gd name="T8" fmla="*/ 42 w 51"/>
                <a:gd name="T9" fmla="*/ 0 h 51"/>
              </a:gdLst>
              <a:ahLst/>
              <a:cxnLst>
                <a:cxn ang="0">
                  <a:pos x="T0" y="T1"/>
                </a:cxn>
                <a:cxn ang="0">
                  <a:pos x="T2" y="T3"/>
                </a:cxn>
                <a:cxn ang="0">
                  <a:pos x="T4" y="T5"/>
                </a:cxn>
                <a:cxn ang="0">
                  <a:pos x="T6" y="T7"/>
                </a:cxn>
                <a:cxn ang="0">
                  <a:pos x="T8" y="T9"/>
                </a:cxn>
              </a:cxnLst>
              <a:rect l="0" t="0" r="r" b="b"/>
              <a:pathLst>
                <a:path w="51" h="51">
                  <a:moveTo>
                    <a:pt x="42" y="0"/>
                  </a:moveTo>
                  <a:cubicBezTo>
                    <a:pt x="0" y="37"/>
                    <a:pt x="0" y="37"/>
                    <a:pt x="0" y="37"/>
                  </a:cubicBezTo>
                  <a:cubicBezTo>
                    <a:pt x="0" y="51"/>
                    <a:pt x="0" y="51"/>
                    <a:pt x="0" y="51"/>
                  </a:cubicBezTo>
                  <a:cubicBezTo>
                    <a:pt x="51" y="7"/>
                    <a:pt x="51" y="7"/>
                    <a:pt x="51" y="7"/>
                  </a:cubicBezTo>
                  <a:cubicBezTo>
                    <a:pt x="48" y="4"/>
                    <a:pt x="45" y="2"/>
                    <a:pt x="42" y="0"/>
                  </a:cubicBezTo>
                  <a:close/>
                </a:path>
              </a:pathLst>
            </a:custGeom>
            <a:grpFill/>
            <a:ln>
              <a:noFill/>
            </a:ln>
          </p:spPr>
          <p:txBody>
            <a:bodyPr vert="horz" wrap="square" lIns="91440" tIns="45720" rIns="91440" bIns="45720" numCol="1" anchor="t" anchorCtr="0" compatLnSpc="1"/>
            <a:lstStyle/>
            <a:p>
              <a:endParaRPr lang="en-US"/>
            </a:p>
          </p:txBody>
        </p:sp>
        <p:sp>
          <p:nvSpPr>
            <p:cNvPr id="64" name="Freeform 103"/>
            <p:cNvSpPr/>
            <p:nvPr/>
          </p:nvSpPr>
          <p:spPr bwMode="auto">
            <a:xfrm>
              <a:off x="5141425" y="1903019"/>
              <a:ext cx="92526" cy="92526"/>
            </a:xfrm>
            <a:custGeom>
              <a:avLst/>
              <a:gdLst>
                <a:gd name="T0" fmla="*/ 23 w 34"/>
                <a:gd name="T1" fmla="*/ 0 h 34"/>
                <a:gd name="T2" fmla="*/ 0 w 34"/>
                <a:gd name="T3" fmla="*/ 20 h 34"/>
                <a:gd name="T4" fmla="*/ 0 w 34"/>
                <a:gd name="T5" fmla="*/ 34 h 34"/>
                <a:gd name="T6" fmla="*/ 34 w 34"/>
                <a:gd name="T7" fmla="*/ 5 h 34"/>
                <a:gd name="T8" fmla="*/ 23 w 34"/>
                <a:gd name="T9" fmla="*/ 0 h 34"/>
              </a:gdLst>
              <a:ahLst/>
              <a:cxnLst>
                <a:cxn ang="0">
                  <a:pos x="T0" y="T1"/>
                </a:cxn>
                <a:cxn ang="0">
                  <a:pos x="T2" y="T3"/>
                </a:cxn>
                <a:cxn ang="0">
                  <a:pos x="T4" y="T5"/>
                </a:cxn>
                <a:cxn ang="0">
                  <a:pos x="T6" y="T7"/>
                </a:cxn>
                <a:cxn ang="0">
                  <a:pos x="T8" y="T9"/>
                </a:cxn>
              </a:cxnLst>
              <a:rect l="0" t="0" r="r" b="b"/>
              <a:pathLst>
                <a:path w="34" h="34">
                  <a:moveTo>
                    <a:pt x="23" y="0"/>
                  </a:moveTo>
                  <a:cubicBezTo>
                    <a:pt x="0" y="20"/>
                    <a:pt x="0" y="20"/>
                    <a:pt x="0" y="20"/>
                  </a:cubicBezTo>
                  <a:cubicBezTo>
                    <a:pt x="0" y="34"/>
                    <a:pt x="0" y="34"/>
                    <a:pt x="0" y="34"/>
                  </a:cubicBezTo>
                  <a:cubicBezTo>
                    <a:pt x="34" y="5"/>
                    <a:pt x="34" y="5"/>
                    <a:pt x="34" y="5"/>
                  </a:cubicBezTo>
                  <a:cubicBezTo>
                    <a:pt x="31" y="3"/>
                    <a:pt x="27" y="1"/>
                    <a:pt x="23" y="0"/>
                  </a:cubicBezTo>
                  <a:close/>
                </a:path>
              </a:pathLst>
            </a:custGeom>
            <a:grpFill/>
            <a:ln>
              <a:noFill/>
            </a:ln>
          </p:spPr>
          <p:txBody>
            <a:bodyPr vert="horz" wrap="square" lIns="91440" tIns="45720" rIns="91440" bIns="45720" numCol="1" anchor="t" anchorCtr="0" compatLnSpc="1"/>
            <a:lstStyle/>
            <a:p>
              <a:endParaRPr lang="en-US"/>
            </a:p>
          </p:txBody>
        </p:sp>
        <p:sp>
          <p:nvSpPr>
            <p:cNvPr id="65" name="Freeform 104"/>
            <p:cNvSpPr/>
            <p:nvPr/>
          </p:nvSpPr>
          <p:spPr bwMode="auto">
            <a:xfrm>
              <a:off x="5141425" y="1962401"/>
              <a:ext cx="175384" cy="149146"/>
            </a:xfrm>
            <a:custGeom>
              <a:avLst/>
              <a:gdLst>
                <a:gd name="T0" fmla="*/ 64 w 64"/>
                <a:gd name="T1" fmla="*/ 8 h 54"/>
                <a:gd name="T2" fmla="*/ 57 w 64"/>
                <a:gd name="T3" fmla="*/ 0 h 54"/>
                <a:gd name="T4" fmla="*/ 0 w 64"/>
                <a:gd name="T5" fmla="*/ 49 h 54"/>
                <a:gd name="T6" fmla="*/ 0 w 64"/>
                <a:gd name="T7" fmla="*/ 54 h 54"/>
                <a:gd name="T8" fmla="*/ 11 w 64"/>
                <a:gd name="T9" fmla="*/ 54 h 54"/>
                <a:gd name="T10" fmla="*/ 64 w 64"/>
                <a:gd name="T11" fmla="*/ 8 h 54"/>
              </a:gdLst>
              <a:ahLst/>
              <a:cxnLst>
                <a:cxn ang="0">
                  <a:pos x="T0" y="T1"/>
                </a:cxn>
                <a:cxn ang="0">
                  <a:pos x="T2" y="T3"/>
                </a:cxn>
                <a:cxn ang="0">
                  <a:pos x="T4" y="T5"/>
                </a:cxn>
                <a:cxn ang="0">
                  <a:pos x="T6" y="T7"/>
                </a:cxn>
                <a:cxn ang="0">
                  <a:pos x="T8" y="T9"/>
                </a:cxn>
                <a:cxn ang="0">
                  <a:pos x="T10" y="T11"/>
                </a:cxn>
              </a:cxnLst>
              <a:rect l="0" t="0" r="r" b="b"/>
              <a:pathLst>
                <a:path w="64" h="54">
                  <a:moveTo>
                    <a:pt x="64" y="8"/>
                  </a:moveTo>
                  <a:cubicBezTo>
                    <a:pt x="62" y="5"/>
                    <a:pt x="59" y="2"/>
                    <a:pt x="57" y="0"/>
                  </a:cubicBezTo>
                  <a:cubicBezTo>
                    <a:pt x="0" y="49"/>
                    <a:pt x="0" y="49"/>
                    <a:pt x="0" y="49"/>
                  </a:cubicBezTo>
                  <a:cubicBezTo>
                    <a:pt x="0" y="54"/>
                    <a:pt x="0" y="54"/>
                    <a:pt x="0" y="54"/>
                  </a:cubicBezTo>
                  <a:cubicBezTo>
                    <a:pt x="11" y="54"/>
                    <a:pt x="11" y="54"/>
                    <a:pt x="11" y="54"/>
                  </a:cubicBezTo>
                  <a:lnTo>
                    <a:pt x="64" y="8"/>
                  </a:lnTo>
                  <a:close/>
                </a:path>
              </a:pathLst>
            </a:custGeom>
            <a:grpFill/>
            <a:ln>
              <a:noFill/>
            </a:ln>
          </p:spPr>
          <p:txBody>
            <a:bodyPr vert="horz" wrap="square" lIns="91440" tIns="45720" rIns="91440" bIns="45720" numCol="1" anchor="t" anchorCtr="0" compatLnSpc="1"/>
            <a:lstStyle/>
            <a:p>
              <a:endParaRPr lang="en-US"/>
            </a:p>
          </p:txBody>
        </p:sp>
        <p:sp>
          <p:nvSpPr>
            <p:cNvPr id="66" name="Freeform 105"/>
            <p:cNvSpPr/>
            <p:nvPr/>
          </p:nvSpPr>
          <p:spPr bwMode="auto">
            <a:xfrm>
              <a:off x="4896992" y="1889209"/>
              <a:ext cx="222337" cy="375626"/>
            </a:xfrm>
            <a:custGeom>
              <a:avLst/>
              <a:gdLst>
                <a:gd name="T0" fmla="*/ 81 w 81"/>
                <a:gd name="T1" fmla="*/ 83 h 137"/>
                <a:gd name="T2" fmla="*/ 81 w 81"/>
                <a:gd name="T3" fmla="*/ 0 h 137"/>
                <a:gd name="T4" fmla="*/ 0 w 81"/>
                <a:gd name="T5" fmla="*/ 85 h 137"/>
                <a:gd name="T6" fmla="*/ 18 w 81"/>
                <a:gd name="T7" fmla="*/ 137 h 137"/>
                <a:gd name="T8" fmla="*/ 81 w 81"/>
                <a:gd name="T9" fmla="*/ 83 h 137"/>
              </a:gdLst>
              <a:ahLst/>
              <a:cxnLst>
                <a:cxn ang="0">
                  <a:pos x="T0" y="T1"/>
                </a:cxn>
                <a:cxn ang="0">
                  <a:pos x="T2" y="T3"/>
                </a:cxn>
                <a:cxn ang="0">
                  <a:pos x="T4" y="T5"/>
                </a:cxn>
                <a:cxn ang="0">
                  <a:pos x="T6" y="T7"/>
                </a:cxn>
                <a:cxn ang="0">
                  <a:pos x="T8" y="T9"/>
                </a:cxn>
              </a:cxnLst>
              <a:rect l="0" t="0" r="r" b="b"/>
              <a:pathLst>
                <a:path w="81" h="137">
                  <a:moveTo>
                    <a:pt x="81" y="83"/>
                  </a:moveTo>
                  <a:cubicBezTo>
                    <a:pt x="81" y="0"/>
                    <a:pt x="81" y="0"/>
                    <a:pt x="81" y="0"/>
                  </a:cubicBezTo>
                  <a:cubicBezTo>
                    <a:pt x="36" y="3"/>
                    <a:pt x="0" y="39"/>
                    <a:pt x="0" y="85"/>
                  </a:cubicBezTo>
                  <a:cubicBezTo>
                    <a:pt x="0" y="105"/>
                    <a:pt x="7" y="123"/>
                    <a:pt x="18" y="137"/>
                  </a:cubicBezTo>
                  <a:lnTo>
                    <a:pt x="81" y="83"/>
                  </a:lnTo>
                  <a:close/>
                </a:path>
              </a:pathLst>
            </a:custGeom>
            <a:grpFill/>
            <a:ln>
              <a:noFill/>
            </a:ln>
          </p:spPr>
          <p:txBody>
            <a:bodyPr vert="horz" wrap="square" lIns="91440" tIns="45720" rIns="91440" bIns="45720" numCol="1" anchor="t" anchorCtr="0" compatLnSpc="1"/>
            <a:lstStyle/>
            <a:p>
              <a:endParaRPr lang="en-US"/>
            </a:p>
          </p:txBody>
        </p:sp>
        <p:sp>
          <p:nvSpPr>
            <p:cNvPr id="67" name="Freeform 106"/>
            <p:cNvSpPr/>
            <p:nvPr/>
          </p:nvSpPr>
          <p:spPr bwMode="auto">
            <a:xfrm>
              <a:off x="4960517" y="2133642"/>
              <a:ext cx="400484" cy="220956"/>
            </a:xfrm>
            <a:custGeom>
              <a:avLst/>
              <a:gdLst>
                <a:gd name="T0" fmla="*/ 63 w 146"/>
                <a:gd name="T1" fmla="*/ 0 h 81"/>
                <a:gd name="T2" fmla="*/ 0 w 146"/>
                <a:gd name="T3" fmla="*/ 54 h 81"/>
                <a:gd name="T4" fmla="*/ 62 w 146"/>
                <a:gd name="T5" fmla="*/ 81 h 81"/>
                <a:gd name="T6" fmla="*/ 146 w 146"/>
                <a:gd name="T7" fmla="*/ 0 h 81"/>
                <a:gd name="T8" fmla="*/ 63 w 146"/>
                <a:gd name="T9" fmla="*/ 0 h 81"/>
              </a:gdLst>
              <a:ahLst/>
              <a:cxnLst>
                <a:cxn ang="0">
                  <a:pos x="T0" y="T1"/>
                </a:cxn>
                <a:cxn ang="0">
                  <a:pos x="T2" y="T3"/>
                </a:cxn>
                <a:cxn ang="0">
                  <a:pos x="T4" y="T5"/>
                </a:cxn>
                <a:cxn ang="0">
                  <a:pos x="T6" y="T7"/>
                </a:cxn>
                <a:cxn ang="0">
                  <a:pos x="T8" y="T9"/>
                </a:cxn>
              </a:cxnLst>
              <a:rect l="0" t="0" r="r" b="b"/>
              <a:pathLst>
                <a:path w="146" h="81">
                  <a:moveTo>
                    <a:pt x="63" y="0"/>
                  </a:moveTo>
                  <a:cubicBezTo>
                    <a:pt x="0" y="54"/>
                    <a:pt x="0" y="54"/>
                    <a:pt x="0" y="54"/>
                  </a:cubicBezTo>
                  <a:cubicBezTo>
                    <a:pt x="16" y="70"/>
                    <a:pt x="37" y="81"/>
                    <a:pt x="62" y="81"/>
                  </a:cubicBezTo>
                  <a:cubicBezTo>
                    <a:pt x="107" y="81"/>
                    <a:pt x="144" y="45"/>
                    <a:pt x="146" y="0"/>
                  </a:cubicBezTo>
                  <a:lnTo>
                    <a:pt x="63" y="0"/>
                  </a:lnTo>
                  <a:close/>
                </a:path>
              </a:pathLst>
            </a:custGeom>
            <a:grpFill/>
            <a:ln>
              <a:noFill/>
            </a:ln>
          </p:spPr>
          <p:txBody>
            <a:bodyPr vert="horz" wrap="square" lIns="91440" tIns="45720" rIns="91440" bIns="45720" numCol="1" anchor="t" anchorCtr="0" compatLnSpc="1"/>
            <a:lstStyle/>
            <a:p>
              <a:endParaRPr lang="en-US"/>
            </a:p>
          </p:txBody>
        </p:sp>
      </p:grpSp>
      <p:sp>
        <p:nvSpPr>
          <p:cNvPr id="72" name="文本框 71"/>
          <p:cNvSpPr txBox="1"/>
          <p:nvPr/>
        </p:nvSpPr>
        <p:spPr>
          <a:xfrm>
            <a:off x="4648080" y="1524290"/>
            <a:ext cx="5608525" cy="702949"/>
          </a:xfrm>
          <a:prstGeom prst="rect">
            <a:avLst/>
          </a:prstGeom>
          <a:noFill/>
        </p:spPr>
        <p:txBody>
          <a:bodyPr wrap="square" rtlCol="0">
            <a:spAutoFit/>
          </a:bodyPr>
          <a:lstStyle/>
          <a:p>
            <a:pPr>
              <a:lnSpc>
                <a:spcPct val="130000"/>
              </a:lnSpc>
            </a:pPr>
            <a:r>
              <a:rPr lang="zh-CN" altLang="en-US" sz="1600" dirty="0"/>
              <a:t>这里输入正文内容这里输入正文内容这里这里输入正文内容这里输入正文内容这里</a:t>
            </a:r>
            <a:endParaRPr lang="zh-CN" altLang="en-US" sz="1600" dirty="0"/>
          </a:p>
        </p:txBody>
      </p:sp>
      <p:sp>
        <p:nvSpPr>
          <p:cNvPr id="73" name="文本框 72"/>
          <p:cNvSpPr txBox="1"/>
          <p:nvPr/>
        </p:nvSpPr>
        <p:spPr>
          <a:xfrm>
            <a:off x="5396189" y="2479577"/>
            <a:ext cx="5608525" cy="702949"/>
          </a:xfrm>
          <a:prstGeom prst="rect">
            <a:avLst/>
          </a:prstGeom>
          <a:noFill/>
        </p:spPr>
        <p:txBody>
          <a:bodyPr wrap="square" rtlCol="0">
            <a:spAutoFit/>
          </a:bodyPr>
          <a:lstStyle/>
          <a:p>
            <a:pPr>
              <a:lnSpc>
                <a:spcPct val="130000"/>
              </a:lnSpc>
            </a:pPr>
            <a:r>
              <a:rPr lang="zh-CN" altLang="en-US" sz="1600" dirty="0"/>
              <a:t>这里输入正文内容这里输入正文内容这里这里输入正文内容这里输入正文内容这里</a:t>
            </a:r>
            <a:endParaRPr lang="zh-CN" altLang="en-US" sz="1600" dirty="0"/>
          </a:p>
        </p:txBody>
      </p:sp>
      <p:sp>
        <p:nvSpPr>
          <p:cNvPr id="74" name="文本框 73"/>
          <p:cNvSpPr txBox="1"/>
          <p:nvPr/>
        </p:nvSpPr>
        <p:spPr>
          <a:xfrm>
            <a:off x="5612534" y="3434864"/>
            <a:ext cx="5608525" cy="702949"/>
          </a:xfrm>
          <a:prstGeom prst="rect">
            <a:avLst/>
          </a:prstGeom>
          <a:noFill/>
        </p:spPr>
        <p:txBody>
          <a:bodyPr wrap="square" rtlCol="0">
            <a:spAutoFit/>
          </a:bodyPr>
          <a:lstStyle/>
          <a:p>
            <a:pPr>
              <a:lnSpc>
                <a:spcPct val="130000"/>
              </a:lnSpc>
            </a:pPr>
            <a:r>
              <a:rPr lang="zh-CN" altLang="en-US" sz="1600" dirty="0"/>
              <a:t>这里输入正文内容这里输入正文内容这里这里输入正文内容这里输入正文内容这里</a:t>
            </a:r>
            <a:endParaRPr lang="zh-CN" altLang="en-US" sz="1600" dirty="0"/>
          </a:p>
        </p:txBody>
      </p:sp>
      <p:sp>
        <p:nvSpPr>
          <p:cNvPr id="75" name="文本框 74"/>
          <p:cNvSpPr txBox="1"/>
          <p:nvPr/>
        </p:nvSpPr>
        <p:spPr>
          <a:xfrm>
            <a:off x="5396189" y="4390151"/>
            <a:ext cx="5608525" cy="702949"/>
          </a:xfrm>
          <a:prstGeom prst="rect">
            <a:avLst/>
          </a:prstGeom>
          <a:noFill/>
        </p:spPr>
        <p:txBody>
          <a:bodyPr wrap="square" rtlCol="0">
            <a:spAutoFit/>
          </a:bodyPr>
          <a:lstStyle/>
          <a:p>
            <a:pPr>
              <a:lnSpc>
                <a:spcPct val="130000"/>
              </a:lnSpc>
            </a:pPr>
            <a:r>
              <a:rPr lang="zh-CN" altLang="en-US" sz="1600" dirty="0"/>
              <a:t>这里输入正文内容这里输入正文内容这里这里输入正文内容这里输入正文内容这里</a:t>
            </a:r>
            <a:endParaRPr lang="zh-CN" altLang="en-US" sz="1600" dirty="0"/>
          </a:p>
        </p:txBody>
      </p:sp>
      <p:sp>
        <p:nvSpPr>
          <p:cNvPr id="76" name="文本框 75"/>
          <p:cNvSpPr txBox="1"/>
          <p:nvPr/>
        </p:nvSpPr>
        <p:spPr>
          <a:xfrm>
            <a:off x="4648080" y="5345439"/>
            <a:ext cx="5608525" cy="702949"/>
          </a:xfrm>
          <a:prstGeom prst="rect">
            <a:avLst/>
          </a:prstGeom>
          <a:noFill/>
        </p:spPr>
        <p:txBody>
          <a:bodyPr wrap="square" rtlCol="0">
            <a:spAutoFit/>
          </a:bodyPr>
          <a:lstStyle/>
          <a:p>
            <a:pPr>
              <a:lnSpc>
                <a:spcPct val="130000"/>
              </a:lnSpc>
            </a:pPr>
            <a:r>
              <a:rPr lang="zh-CN" altLang="en-US" sz="1600" dirty="0"/>
              <a:t>这里输入正文内容这里输入正文内容这里这里输入正文内容这里输入正文内容这里</a:t>
            </a:r>
            <a:endParaRPr lang="zh-CN" altLang="en-US" sz="1600" dirty="0"/>
          </a:p>
        </p:txBody>
      </p:sp>
      <p:cxnSp>
        <p:nvCxnSpPr>
          <p:cNvPr id="77" name="直接连接符 76"/>
          <p:cNvCxnSpPr/>
          <p:nvPr/>
        </p:nvCxnSpPr>
        <p:spPr>
          <a:xfrm>
            <a:off x="4648080" y="2341108"/>
            <a:ext cx="56085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5350159" y="3262765"/>
            <a:ext cx="56085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5350159" y="4345226"/>
            <a:ext cx="56085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48080" y="5275914"/>
            <a:ext cx="560852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205363" y="3399357"/>
            <a:ext cx="1415772" cy="584775"/>
          </a:xfrm>
          <a:prstGeom prst="rect">
            <a:avLst/>
          </a:prstGeom>
          <a:noFill/>
        </p:spPr>
        <p:txBody>
          <a:bodyPr wrap="none" rtlCol="0">
            <a:spAutoFit/>
          </a:bodyPr>
          <a:lstStyle/>
          <a:p>
            <a:r>
              <a:rPr lang="zh-CN" altLang="en-US" sz="3200" b="1" dirty="0">
                <a:solidFill>
                  <a:schemeClr val="bg1"/>
                </a:solidFill>
                <a:latin typeface="+mj-ea"/>
                <a:ea typeface="+mj-ea"/>
              </a:rPr>
              <a:t>关键词</a:t>
            </a:r>
            <a:endParaRPr lang="zh-CN" altLang="en-US" sz="3200" b="1" dirty="0">
              <a:solidFill>
                <a:schemeClr val="bg1"/>
              </a:solidFill>
              <a:latin typeface="+mj-ea"/>
              <a:ea typeface="+mj-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832450" y="2242581"/>
            <a:ext cx="6814686" cy="769441"/>
          </a:xfrm>
          <a:prstGeom prst="rect">
            <a:avLst/>
          </a:prstGeom>
          <a:noFill/>
        </p:spPr>
        <p:txBody>
          <a:bodyPr wrap="none" rtlCol="0">
            <a:spAutoFit/>
          </a:bodyPr>
          <a:lstStyle/>
          <a:p>
            <a:pPr algn="ctr"/>
            <a:r>
              <a:rPr lang="zh-CN" altLang="en-US" sz="4400" b="1" spc="300" dirty="0">
                <a:solidFill>
                  <a:schemeClr val="accent1"/>
                </a:solidFill>
                <a:latin typeface="+mj-ea"/>
                <a:ea typeface="+mj-ea"/>
              </a:rPr>
              <a:t>敬请各位老师批评指正！</a:t>
            </a:r>
            <a:endParaRPr lang="zh-CN" altLang="en-US" sz="4400" b="1" spc="300" dirty="0">
              <a:solidFill>
                <a:schemeClr val="accent1"/>
              </a:solidFill>
              <a:latin typeface="+mj-ea"/>
              <a:ea typeface="+mj-ea"/>
            </a:endParaRPr>
          </a:p>
        </p:txBody>
      </p:sp>
      <p:sp>
        <p:nvSpPr>
          <p:cNvPr id="7" name="文本框 6"/>
          <p:cNvSpPr txBox="1"/>
          <p:nvPr/>
        </p:nvSpPr>
        <p:spPr>
          <a:xfrm>
            <a:off x="2465587" y="3146457"/>
            <a:ext cx="7548413" cy="338554"/>
          </a:xfrm>
          <a:prstGeom prst="rect">
            <a:avLst/>
          </a:prstGeom>
          <a:noFill/>
        </p:spPr>
        <p:txBody>
          <a:bodyPr wrap="none">
            <a:spAutoFit/>
          </a:bodyPr>
          <a:lstStyle/>
          <a:p>
            <a:pPr algn="ctr"/>
            <a:r>
              <a:rPr lang="zh-CN" altLang="en-US" sz="1600" spc="300" dirty="0">
                <a:solidFill>
                  <a:schemeClr val="tx1">
                    <a:lumMod val="75000"/>
                    <a:lumOff val="25000"/>
                  </a:schemeClr>
                </a:solidFill>
              </a:rPr>
              <a:t>Graduation Thesis Opening Defense </a:t>
            </a:r>
            <a:r>
              <a:rPr lang="en-US" altLang="zh-CN" sz="1600" spc="300" dirty="0">
                <a:solidFill>
                  <a:schemeClr val="tx1">
                    <a:lumMod val="75000"/>
                    <a:lumOff val="25000"/>
                  </a:schemeClr>
                </a:solidFill>
              </a:rPr>
              <a:t>PowerPoint</a:t>
            </a:r>
            <a:r>
              <a:rPr lang="zh-CN" altLang="en-US" sz="1600" spc="300" dirty="0">
                <a:solidFill>
                  <a:schemeClr val="tx1">
                    <a:lumMod val="75000"/>
                    <a:lumOff val="25000"/>
                  </a:schemeClr>
                </a:solidFill>
              </a:rPr>
              <a:t> Template</a:t>
            </a:r>
            <a:endParaRPr lang="zh-CN" altLang="en-US" sz="1600" spc="300" dirty="0">
              <a:solidFill>
                <a:schemeClr val="tx1">
                  <a:lumMod val="75000"/>
                  <a:lumOff val="25000"/>
                </a:schemeClr>
              </a:solidFill>
            </a:endParaRP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4" name="文本框 83"/>
          <p:cNvSpPr txBox="1"/>
          <p:nvPr/>
        </p:nvSpPr>
        <p:spPr>
          <a:xfrm>
            <a:off x="4518660" y="1769592"/>
            <a:ext cx="3154680" cy="337185"/>
          </a:xfrm>
          <a:prstGeom prst="rect">
            <a:avLst/>
          </a:prstGeom>
          <a:noFill/>
        </p:spPr>
        <p:txBody>
          <a:bodyPr wrap="none">
            <a:spAutoFit/>
          </a:bodyPr>
          <a:lstStyle/>
          <a:p>
            <a:pPr algn="ctr"/>
            <a:r>
              <a:rPr lang="en-US" altLang="zh-CN" sz="1600" spc="300" dirty="0">
                <a:solidFill>
                  <a:schemeClr val="tx1">
                    <a:lumMod val="75000"/>
                    <a:lumOff val="25000"/>
                  </a:schemeClr>
                </a:solidFill>
              </a:rPr>
              <a:t>2024</a:t>
            </a:r>
            <a:r>
              <a:rPr lang="zh-CN" altLang="en-US" sz="1600" spc="300" dirty="0">
                <a:solidFill>
                  <a:schemeClr val="tx1">
                    <a:lumMod val="75000"/>
                    <a:lumOff val="25000"/>
                  </a:schemeClr>
                </a:solidFill>
              </a:rPr>
              <a:t>级硕士研究生开题答辩</a:t>
            </a:r>
            <a:endParaRPr lang="zh-CN" altLang="en-US" sz="1600" spc="300" dirty="0">
              <a:solidFill>
                <a:schemeClr val="tx1">
                  <a:lumMod val="75000"/>
                  <a:lumOff val="25000"/>
                </a:schemeClr>
              </a:solidFill>
            </a:endParaRPr>
          </a:p>
        </p:txBody>
      </p:sp>
      <p:sp>
        <p:nvSpPr>
          <p:cNvPr id="86" name="student-woman_56914"/>
          <p:cNvSpPr/>
          <p:nvPr/>
        </p:nvSpPr>
        <p:spPr>
          <a:xfrm>
            <a:off x="1207742" y="5998170"/>
            <a:ext cx="288655" cy="167084"/>
          </a:xfrm>
          <a:custGeom>
            <a:avLst/>
            <a:gdLst>
              <a:gd name="connsiteX0" fmla="*/ 122643 w 608203"/>
              <a:gd name="connsiteY0" fmla="*/ 180930 h 352051"/>
              <a:gd name="connsiteX1" fmla="*/ 304144 w 608203"/>
              <a:gd name="connsiteY1" fmla="*/ 236743 h 352051"/>
              <a:gd name="connsiteX2" fmla="*/ 485587 w 608203"/>
              <a:gd name="connsiteY2" fmla="*/ 180930 h 352051"/>
              <a:gd name="connsiteX3" fmla="*/ 485587 w 608203"/>
              <a:gd name="connsiteY3" fmla="*/ 273108 h 352051"/>
              <a:gd name="connsiteX4" fmla="*/ 485702 w 608203"/>
              <a:gd name="connsiteY4" fmla="*/ 274086 h 352051"/>
              <a:gd name="connsiteX5" fmla="*/ 304201 w 608203"/>
              <a:gd name="connsiteY5" fmla="*/ 352051 h 352051"/>
              <a:gd name="connsiteX6" fmla="*/ 122643 w 608203"/>
              <a:gd name="connsiteY6" fmla="*/ 274086 h 352051"/>
              <a:gd name="connsiteX7" fmla="*/ 122643 w 608203"/>
              <a:gd name="connsiteY7" fmla="*/ 235822 h 352051"/>
              <a:gd name="connsiteX8" fmla="*/ 304130 w 608203"/>
              <a:gd name="connsiteY8" fmla="*/ 0 h 352051"/>
              <a:gd name="connsiteX9" fmla="*/ 608203 w 608203"/>
              <a:gd name="connsiteY9" fmla="*/ 116841 h 352051"/>
              <a:gd name="connsiteX10" fmla="*/ 485548 w 608203"/>
              <a:gd name="connsiteY10" fmla="*/ 160621 h 352051"/>
              <a:gd name="connsiteX11" fmla="*/ 304130 w 608203"/>
              <a:gd name="connsiteY11" fmla="*/ 216424 h 352051"/>
              <a:gd name="connsiteX12" fmla="*/ 122655 w 608203"/>
              <a:gd name="connsiteY12" fmla="*/ 160621 h 352051"/>
              <a:gd name="connsiteX13" fmla="*/ 107906 w 608203"/>
              <a:gd name="connsiteY13" fmla="*/ 155386 h 352051"/>
              <a:gd name="connsiteX14" fmla="*/ 139823 w 608203"/>
              <a:gd name="connsiteY14" fmla="*/ 144973 h 352051"/>
              <a:gd name="connsiteX15" fmla="*/ 142876 w 608203"/>
              <a:gd name="connsiteY15" fmla="*/ 137552 h 352051"/>
              <a:gd name="connsiteX16" fmla="*/ 100013 w 608203"/>
              <a:gd name="connsiteY16" fmla="*/ 147216 h 352051"/>
              <a:gd name="connsiteX17" fmla="*/ 100013 w 608203"/>
              <a:gd name="connsiteY17" fmla="*/ 157917 h 352051"/>
              <a:gd name="connsiteX18" fmla="*/ 92351 w 608203"/>
              <a:gd name="connsiteY18" fmla="*/ 286781 h 352051"/>
              <a:gd name="connsiteX19" fmla="*/ 34740 w 608203"/>
              <a:gd name="connsiteY19" fmla="*/ 286781 h 352051"/>
              <a:gd name="connsiteX20" fmla="*/ 74146 w 608203"/>
              <a:gd name="connsiteY20" fmla="*/ 143304 h 352051"/>
              <a:gd name="connsiteX21" fmla="*/ 77142 w 608203"/>
              <a:gd name="connsiteY21" fmla="*/ 134503 h 352051"/>
              <a:gd name="connsiteX22" fmla="*/ 97536 w 608203"/>
              <a:gd name="connsiteY22" fmla="*/ 129670 h 352051"/>
              <a:gd name="connsiteX23" fmla="*/ 94137 w 608203"/>
              <a:gd name="connsiteY23" fmla="*/ 126161 h 352051"/>
              <a:gd name="connsiteX24" fmla="*/ 70343 w 608203"/>
              <a:gd name="connsiteY24" fmla="*/ 128174 h 352051"/>
              <a:gd name="connsiteX25" fmla="*/ 64813 w 608203"/>
              <a:gd name="connsiteY25" fmla="*/ 139968 h 352051"/>
              <a:gd name="connsiteX26" fmla="*/ 0 w 608203"/>
              <a:gd name="connsiteY26" fmla="*/ 116841 h 3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8203" h="352051">
                <a:moveTo>
                  <a:pt x="122643" y="180930"/>
                </a:moveTo>
                <a:lnTo>
                  <a:pt x="304144" y="236743"/>
                </a:lnTo>
                <a:lnTo>
                  <a:pt x="485587" y="180930"/>
                </a:lnTo>
                <a:lnTo>
                  <a:pt x="485587" y="273108"/>
                </a:lnTo>
                <a:cubicBezTo>
                  <a:pt x="485587" y="273395"/>
                  <a:pt x="485702" y="273740"/>
                  <a:pt x="485702" y="274086"/>
                </a:cubicBezTo>
                <a:cubicBezTo>
                  <a:pt x="485702" y="317182"/>
                  <a:pt x="404401" y="352051"/>
                  <a:pt x="304201" y="352051"/>
                </a:cubicBezTo>
                <a:cubicBezTo>
                  <a:pt x="203944" y="352051"/>
                  <a:pt x="122643" y="317182"/>
                  <a:pt x="122643" y="274086"/>
                </a:cubicBezTo>
                <a:lnTo>
                  <a:pt x="122643" y="235822"/>
                </a:lnTo>
                <a:close/>
                <a:moveTo>
                  <a:pt x="304130" y="0"/>
                </a:moveTo>
                <a:lnTo>
                  <a:pt x="608203" y="116841"/>
                </a:lnTo>
                <a:lnTo>
                  <a:pt x="485548" y="160621"/>
                </a:lnTo>
                <a:lnTo>
                  <a:pt x="304130" y="216424"/>
                </a:lnTo>
                <a:lnTo>
                  <a:pt x="122655" y="160621"/>
                </a:lnTo>
                <a:lnTo>
                  <a:pt x="107906" y="155386"/>
                </a:lnTo>
                <a:lnTo>
                  <a:pt x="139823" y="144973"/>
                </a:lnTo>
                <a:lnTo>
                  <a:pt x="142876" y="137552"/>
                </a:lnTo>
                <a:lnTo>
                  <a:pt x="100013" y="147216"/>
                </a:lnTo>
                <a:lnTo>
                  <a:pt x="100013" y="157917"/>
                </a:lnTo>
                <a:lnTo>
                  <a:pt x="92351" y="286781"/>
                </a:lnTo>
                <a:cubicBezTo>
                  <a:pt x="63545" y="303925"/>
                  <a:pt x="34740" y="286781"/>
                  <a:pt x="34740" y="286781"/>
                </a:cubicBezTo>
                <a:cubicBezTo>
                  <a:pt x="27999" y="239665"/>
                  <a:pt x="74146" y="143304"/>
                  <a:pt x="74146" y="143304"/>
                </a:cubicBezTo>
                <a:lnTo>
                  <a:pt x="77142" y="134503"/>
                </a:lnTo>
                <a:lnTo>
                  <a:pt x="97536" y="129670"/>
                </a:lnTo>
                <a:lnTo>
                  <a:pt x="94137" y="126161"/>
                </a:lnTo>
                <a:lnTo>
                  <a:pt x="70343" y="128174"/>
                </a:lnTo>
                <a:lnTo>
                  <a:pt x="64813" y="139968"/>
                </a:lnTo>
                <a:lnTo>
                  <a:pt x="0" y="11684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87" name="文本框 86"/>
          <p:cNvSpPr txBox="1"/>
          <p:nvPr/>
        </p:nvSpPr>
        <p:spPr>
          <a:xfrm>
            <a:off x="1559875" y="5897046"/>
            <a:ext cx="1440180" cy="368300"/>
          </a:xfrm>
          <a:prstGeom prst="rect">
            <a:avLst/>
          </a:prstGeom>
          <a:noFill/>
        </p:spPr>
        <p:txBody>
          <a:bodyPr wrap="none" rtlCol="0">
            <a:spAutoFit/>
          </a:bodyPr>
          <a:lstStyle/>
          <a:p>
            <a:r>
              <a:rPr lang="zh-CN" altLang="en-US" dirty="0">
                <a:solidFill>
                  <a:schemeClr val="bg1"/>
                </a:solidFill>
                <a:latin typeface="+mn-ea"/>
              </a:rPr>
              <a:t>答辩人：</a:t>
            </a:r>
            <a:r>
              <a:rPr lang="en-US" dirty="0">
                <a:solidFill>
                  <a:schemeClr val="bg1"/>
                </a:solidFill>
                <a:latin typeface="+mn-ea"/>
              </a:rPr>
              <a:t>XXX</a:t>
            </a:r>
            <a:endParaRPr lang="en-US" dirty="0">
              <a:solidFill>
                <a:schemeClr val="bg1"/>
              </a:solidFill>
              <a:latin typeface="+mn-ea"/>
            </a:endParaRPr>
          </a:p>
        </p:txBody>
      </p:sp>
      <p:sp>
        <p:nvSpPr>
          <p:cNvPr id="88" name="teacher-reading-a-book-sitting-behind-his-desk_42916"/>
          <p:cNvSpPr/>
          <p:nvPr/>
        </p:nvSpPr>
        <p:spPr>
          <a:xfrm>
            <a:off x="5106492" y="5954247"/>
            <a:ext cx="219240" cy="254930"/>
          </a:xfrm>
          <a:custGeom>
            <a:avLst/>
            <a:gdLst>
              <a:gd name="connsiteX0" fmla="*/ 193784 w 523934"/>
              <a:gd name="connsiteY0" fmla="*/ 190536 h 609225"/>
              <a:gd name="connsiteX1" fmla="*/ 193784 w 523934"/>
              <a:gd name="connsiteY1" fmla="*/ 227817 h 609225"/>
              <a:gd name="connsiteX2" fmla="*/ 205267 w 523934"/>
              <a:gd name="connsiteY2" fmla="*/ 227817 h 609225"/>
              <a:gd name="connsiteX3" fmla="*/ 205267 w 523934"/>
              <a:gd name="connsiteY3" fmla="*/ 273700 h 609225"/>
              <a:gd name="connsiteX4" fmla="*/ 193784 w 523934"/>
              <a:gd name="connsiteY4" fmla="*/ 273700 h 609225"/>
              <a:gd name="connsiteX5" fmla="*/ 193784 w 523934"/>
              <a:gd name="connsiteY5" fmla="*/ 283737 h 609225"/>
              <a:gd name="connsiteX6" fmla="*/ 256943 w 523934"/>
              <a:gd name="connsiteY6" fmla="*/ 295208 h 609225"/>
              <a:gd name="connsiteX7" fmla="*/ 320102 w 523934"/>
              <a:gd name="connsiteY7" fmla="*/ 283737 h 609225"/>
              <a:gd name="connsiteX8" fmla="*/ 320102 w 523934"/>
              <a:gd name="connsiteY8" fmla="*/ 273700 h 609225"/>
              <a:gd name="connsiteX9" fmla="*/ 308619 w 523934"/>
              <a:gd name="connsiteY9" fmla="*/ 273700 h 609225"/>
              <a:gd name="connsiteX10" fmla="*/ 308619 w 523934"/>
              <a:gd name="connsiteY10" fmla="*/ 227817 h 609225"/>
              <a:gd name="connsiteX11" fmla="*/ 320102 w 523934"/>
              <a:gd name="connsiteY11" fmla="*/ 227817 h 609225"/>
              <a:gd name="connsiteX12" fmla="*/ 320102 w 523934"/>
              <a:gd name="connsiteY12" fmla="*/ 190536 h 609225"/>
              <a:gd name="connsiteX13" fmla="*/ 256943 w 523934"/>
              <a:gd name="connsiteY13" fmla="*/ 202007 h 609225"/>
              <a:gd name="connsiteX14" fmla="*/ 175123 w 523934"/>
              <a:gd name="connsiteY14" fmla="*/ 167594 h 609225"/>
              <a:gd name="connsiteX15" fmla="*/ 256943 w 523934"/>
              <a:gd name="connsiteY15" fmla="*/ 181933 h 609225"/>
              <a:gd name="connsiteX16" fmla="*/ 340198 w 523934"/>
              <a:gd name="connsiteY16" fmla="*/ 167594 h 609225"/>
              <a:gd name="connsiteX17" fmla="*/ 340198 w 523934"/>
              <a:gd name="connsiteY17" fmla="*/ 184801 h 609225"/>
              <a:gd name="connsiteX18" fmla="*/ 384697 w 523934"/>
              <a:gd name="connsiteY18" fmla="*/ 190536 h 609225"/>
              <a:gd name="connsiteX19" fmla="*/ 394745 w 523934"/>
              <a:gd name="connsiteY19" fmla="*/ 227817 h 609225"/>
              <a:gd name="connsiteX20" fmla="*/ 409099 w 523934"/>
              <a:gd name="connsiteY20" fmla="*/ 273700 h 609225"/>
              <a:gd name="connsiteX21" fmla="*/ 348811 w 523934"/>
              <a:gd name="connsiteY21" fmla="*/ 273700 h 609225"/>
              <a:gd name="connsiteX22" fmla="*/ 350246 w 523934"/>
              <a:gd name="connsiteY22" fmla="*/ 308113 h 609225"/>
              <a:gd name="connsiteX23" fmla="*/ 523934 w 523934"/>
              <a:gd name="connsiteY23" fmla="*/ 308113 h 609225"/>
              <a:gd name="connsiteX24" fmla="*/ 523934 w 523934"/>
              <a:gd name="connsiteY24" fmla="*/ 376939 h 609225"/>
              <a:gd name="connsiteX25" fmla="*/ 482306 w 523934"/>
              <a:gd name="connsiteY25" fmla="*/ 376939 h 609225"/>
              <a:gd name="connsiteX26" fmla="*/ 482306 w 523934"/>
              <a:gd name="connsiteY26" fmla="*/ 609225 h 609225"/>
              <a:gd name="connsiteX27" fmla="*/ 41628 w 523934"/>
              <a:gd name="connsiteY27" fmla="*/ 609225 h 609225"/>
              <a:gd name="connsiteX28" fmla="*/ 41628 w 523934"/>
              <a:gd name="connsiteY28" fmla="*/ 376939 h 609225"/>
              <a:gd name="connsiteX29" fmla="*/ 0 w 523934"/>
              <a:gd name="connsiteY29" fmla="*/ 376939 h 609225"/>
              <a:gd name="connsiteX30" fmla="*/ 0 w 523934"/>
              <a:gd name="connsiteY30" fmla="*/ 308113 h 609225"/>
              <a:gd name="connsiteX31" fmla="*/ 170817 w 523934"/>
              <a:gd name="connsiteY31" fmla="*/ 308113 h 609225"/>
              <a:gd name="connsiteX32" fmla="*/ 170817 w 523934"/>
              <a:gd name="connsiteY32" fmla="*/ 273700 h 609225"/>
              <a:gd name="connsiteX33" fmla="*/ 99045 w 523934"/>
              <a:gd name="connsiteY33" fmla="*/ 273700 h 609225"/>
              <a:gd name="connsiteX34" fmla="*/ 104787 w 523934"/>
              <a:gd name="connsiteY34" fmla="*/ 262229 h 609225"/>
              <a:gd name="connsiteX35" fmla="*/ 103351 w 523934"/>
              <a:gd name="connsiteY35" fmla="*/ 262229 h 609225"/>
              <a:gd name="connsiteX36" fmla="*/ 139237 w 523934"/>
              <a:gd name="connsiteY36" fmla="*/ 190536 h 609225"/>
              <a:gd name="connsiteX37" fmla="*/ 175123 w 523934"/>
              <a:gd name="connsiteY37" fmla="*/ 186235 h 609225"/>
              <a:gd name="connsiteX38" fmla="*/ 261393 w 523934"/>
              <a:gd name="connsiteY38" fmla="*/ 0 h 609225"/>
              <a:gd name="connsiteX39" fmla="*/ 344616 w 523934"/>
              <a:gd name="connsiteY39" fmla="*/ 83108 h 609225"/>
              <a:gd name="connsiteX40" fmla="*/ 261393 w 523934"/>
              <a:gd name="connsiteY40" fmla="*/ 166216 h 609225"/>
              <a:gd name="connsiteX41" fmla="*/ 178170 w 523934"/>
              <a:gd name="connsiteY41" fmla="*/ 83108 h 609225"/>
              <a:gd name="connsiteX42" fmla="*/ 261393 w 523934"/>
              <a:gd name="connsiteY42" fmla="*/ 0 h 60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23934" h="609225">
                <a:moveTo>
                  <a:pt x="193784" y="190536"/>
                </a:moveTo>
                <a:lnTo>
                  <a:pt x="193784" y="227817"/>
                </a:lnTo>
                <a:lnTo>
                  <a:pt x="205267" y="227817"/>
                </a:lnTo>
                <a:lnTo>
                  <a:pt x="205267" y="273700"/>
                </a:lnTo>
                <a:lnTo>
                  <a:pt x="193784" y="273700"/>
                </a:lnTo>
                <a:lnTo>
                  <a:pt x="193784" y="283737"/>
                </a:lnTo>
                <a:lnTo>
                  <a:pt x="256943" y="295208"/>
                </a:lnTo>
                <a:lnTo>
                  <a:pt x="320102" y="283737"/>
                </a:lnTo>
                <a:lnTo>
                  <a:pt x="320102" y="273700"/>
                </a:lnTo>
                <a:lnTo>
                  <a:pt x="308619" y="273700"/>
                </a:lnTo>
                <a:lnTo>
                  <a:pt x="308619" y="227817"/>
                </a:lnTo>
                <a:lnTo>
                  <a:pt x="320102" y="227817"/>
                </a:lnTo>
                <a:lnTo>
                  <a:pt x="320102" y="190536"/>
                </a:lnTo>
                <a:lnTo>
                  <a:pt x="256943" y="202007"/>
                </a:lnTo>
                <a:close/>
                <a:moveTo>
                  <a:pt x="175123" y="167594"/>
                </a:moveTo>
                <a:lnTo>
                  <a:pt x="256943" y="181933"/>
                </a:lnTo>
                <a:lnTo>
                  <a:pt x="340198" y="167594"/>
                </a:lnTo>
                <a:lnTo>
                  <a:pt x="340198" y="184801"/>
                </a:lnTo>
                <a:lnTo>
                  <a:pt x="384697" y="190536"/>
                </a:lnTo>
                <a:lnTo>
                  <a:pt x="394745" y="227817"/>
                </a:lnTo>
                <a:lnTo>
                  <a:pt x="409099" y="273700"/>
                </a:lnTo>
                <a:lnTo>
                  <a:pt x="348811" y="273700"/>
                </a:lnTo>
                <a:lnTo>
                  <a:pt x="350246" y="308113"/>
                </a:lnTo>
                <a:lnTo>
                  <a:pt x="523934" y="308113"/>
                </a:lnTo>
                <a:lnTo>
                  <a:pt x="523934" y="376939"/>
                </a:lnTo>
                <a:lnTo>
                  <a:pt x="482306" y="376939"/>
                </a:lnTo>
                <a:lnTo>
                  <a:pt x="482306" y="609225"/>
                </a:lnTo>
                <a:lnTo>
                  <a:pt x="41628" y="609225"/>
                </a:lnTo>
                <a:lnTo>
                  <a:pt x="41628" y="376939"/>
                </a:lnTo>
                <a:lnTo>
                  <a:pt x="0" y="376939"/>
                </a:lnTo>
                <a:lnTo>
                  <a:pt x="0" y="308113"/>
                </a:lnTo>
                <a:lnTo>
                  <a:pt x="170817" y="308113"/>
                </a:lnTo>
                <a:lnTo>
                  <a:pt x="170817" y="273700"/>
                </a:lnTo>
                <a:lnTo>
                  <a:pt x="99045" y="273700"/>
                </a:lnTo>
                <a:lnTo>
                  <a:pt x="104787" y="262229"/>
                </a:lnTo>
                <a:lnTo>
                  <a:pt x="103351" y="262229"/>
                </a:lnTo>
                <a:lnTo>
                  <a:pt x="139237" y="190536"/>
                </a:lnTo>
                <a:lnTo>
                  <a:pt x="175123" y="186235"/>
                </a:lnTo>
                <a:close/>
                <a:moveTo>
                  <a:pt x="261393" y="0"/>
                </a:moveTo>
                <a:cubicBezTo>
                  <a:pt x="307356" y="0"/>
                  <a:pt x="344616" y="37209"/>
                  <a:pt x="344616" y="83108"/>
                </a:cubicBezTo>
                <a:cubicBezTo>
                  <a:pt x="344616" y="129007"/>
                  <a:pt x="307356" y="166216"/>
                  <a:pt x="261393" y="166216"/>
                </a:cubicBezTo>
                <a:cubicBezTo>
                  <a:pt x="215430" y="166216"/>
                  <a:pt x="178170" y="129007"/>
                  <a:pt x="178170" y="83108"/>
                </a:cubicBezTo>
                <a:cubicBezTo>
                  <a:pt x="178170" y="37209"/>
                  <a:pt x="215430" y="0"/>
                  <a:pt x="26139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9" name="文本框 88"/>
          <p:cNvSpPr txBox="1"/>
          <p:nvPr/>
        </p:nvSpPr>
        <p:spPr>
          <a:xfrm>
            <a:off x="5423918" y="5897046"/>
            <a:ext cx="1211580" cy="368300"/>
          </a:xfrm>
          <a:prstGeom prst="rect">
            <a:avLst/>
          </a:prstGeom>
          <a:noFill/>
        </p:spPr>
        <p:txBody>
          <a:bodyPr wrap="none" rtlCol="0">
            <a:spAutoFit/>
          </a:bodyPr>
          <a:lstStyle/>
          <a:p>
            <a:r>
              <a:rPr lang="zh-CN" altLang="en-US" dirty="0">
                <a:solidFill>
                  <a:schemeClr val="bg1"/>
                </a:solidFill>
                <a:latin typeface="+mn-ea"/>
              </a:rPr>
              <a:t>导师：</a:t>
            </a:r>
            <a:r>
              <a:rPr lang="en-US" dirty="0">
                <a:solidFill>
                  <a:schemeClr val="bg1"/>
                </a:solidFill>
                <a:latin typeface="+mn-ea"/>
              </a:rPr>
              <a:t>XXX</a:t>
            </a:r>
            <a:endParaRPr lang="en-US" dirty="0">
              <a:solidFill>
                <a:schemeClr val="bg1"/>
              </a:solidFill>
              <a:latin typeface="+mn-ea"/>
            </a:endParaRPr>
          </a:p>
        </p:txBody>
      </p:sp>
      <p:sp>
        <p:nvSpPr>
          <p:cNvPr id="90" name="teacher-reading-a-book-sitting-behind-his-desk_42916"/>
          <p:cNvSpPr/>
          <p:nvPr/>
        </p:nvSpPr>
        <p:spPr>
          <a:xfrm>
            <a:off x="8652928" y="5954271"/>
            <a:ext cx="254929" cy="254882"/>
          </a:xfrm>
          <a:custGeom>
            <a:avLst/>
            <a:gdLst>
              <a:gd name="T0" fmla="*/ 5601 w 11203"/>
              <a:gd name="T1" fmla="*/ 0 h 11202"/>
              <a:gd name="T2" fmla="*/ 0 w 11203"/>
              <a:gd name="T3" fmla="*/ 5601 h 11202"/>
              <a:gd name="T4" fmla="*/ 5603 w 11203"/>
              <a:gd name="T5" fmla="*/ 11202 h 11202"/>
              <a:gd name="T6" fmla="*/ 11203 w 11203"/>
              <a:gd name="T7" fmla="*/ 5601 h 11202"/>
              <a:gd name="T8" fmla="*/ 5601 w 11203"/>
              <a:gd name="T9" fmla="*/ 0 h 11202"/>
              <a:gd name="T10" fmla="*/ 8403 w 11203"/>
              <a:gd name="T11" fmla="*/ 6218 h 11202"/>
              <a:gd name="T12" fmla="*/ 5429 w 11203"/>
              <a:gd name="T13" fmla="*/ 6218 h 11202"/>
              <a:gd name="T14" fmla="*/ 5250 w 11203"/>
              <a:gd name="T15" fmla="*/ 6182 h 11202"/>
              <a:gd name="T16" fmla="*/ 4970 w 11203"/>
              <a:gd name="T17" fmla="*/ 5760 h 11202"/>
              <a:gd name="T18" fmla="*/ 4970 w 11203"/>
              <a:gd name="T19" fmla="*/ 2786 h 11202"/>
              <a:gd name="T20" fmla="*/ 5429 w 11203"/>
              <a:gd name="T21" fmla="*/ 2327 h 11202"/>
              <a:gd name="T22" fmla="*/ 5889 w 11203"/>
              <a:gd name="T23" fmla="*/ 2786 h 11202"/>
              <a:gd name="T24" fmla="*/ 5889 w 11203"/>
              <a:gd name="T25" fmla="*/ 5301 h 11202"/>
              <a:gd name="T26" fmla="*/ 8404 w 11203"/>
              <a:gd name="T27" fmla="*/ 5301 h 11202"/>
              <a:gd name="T28" fmla="*/ 8863 w 11203"/>
              <a:gd name="T29" fmla="*/ 5760 h 11202"/>
              <a:gd name="T30" fmla="*/ 8403 w 11203"/>
              <a:gd name="T31" fmla="*/ 6218 h 11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203" h="11202">
                <a:moveTo>
                  <a:pt x="5601" y="0"/>
                </a:moveTo>
                <a:cubicBezTo>
                  <a:pt x="2507" y="0"/>
                  <a:pt x="0" y="2507"/>
                  <a:pt x="0" y="5601"/>
                </a:cubicBezTo>
                <a:cubicBezTo>
                  <a:pt x="0" y="8695"/>
                  <a:pt x="2509" y="11202"/>
                  <a:pt x="5603" y="11202"/>
                </a:cubicBezTo>
                <a:cubicBezTo>
                  <a:pt x="8695" y="11202"/>
                  <a:pt x="11203" y="8695"/>
                  <a:pt x="11203" y="5601"/>
                </a:cubicBezTo>
                <a:cubicBezTo>
                  <a:pt x="11203" y="2507"/>
                  <a:pt x="8695" y="0"/>
                  <a:pt x="5601" y="0"/>
                </a:cubicBezTo>
                <a:close/>
                <a:moveTo>
                  <a:pt x="8403" y="6218"/>
                </a:moveTo>
                <a:lnTo>
                  <a:pt x="5429" y="6218"/>
                </a:lnTo>
                <a:cubicBezTo>
                  <a:pt x="5366" y="6218"/>
                  <a:pt x="5305" y="6206"/>
                  <a:pt x="5250" y="6182"/>
                </a:cubicBezTo>
                <a:cubicBezTo>
                  <a:pt x="5085" y="6112"/>
                  <a:pt x="4970" y="5950"/>
                  <a:pt x="4970" y="5760"/>
                </a:cubicBezTo>
                <a:lnTo>
                  <a:pt x="4970" y="2786"/>
                </a:lnTo>
                <a:cubicBezTo>
                  <a:pt x="4970" y="2532"/>
                  <a:pt x="5175" y="2327"/>
                  <a:pt x="5429" y="2327"/>
                </a:cubicBezTo>
                <a:cubicBezTo>
                  <a:pt x="5683" y="2327"/>
                  <a:pt x="5889" y="2532"/>
                  <a:pt x="5889" y="2786"/>
                </a:cubicBezTo>
                <a:lnTo>
                  <a:pt x="5889" y="5301"/>
                </a:lnTo>
                <a:lnTo>
                  <a:pt x="8404" y="5301"/>
                </a:lnTo>
                <a:cubicBezTo>
                  <a:pt x="8657" y="5301"/>
                  <a:pt x="8863" y="5506"/>
                  <a:pt x="8863" y="5760"/>
                </a:cubicBezTo>
                <a:cubicBezTo>
                  <a:pt x="8863" y="6013"/>
                  <a:pt x="8656" y="6218"/>
                  <a:pt x="8403" y="621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bg1"/>
              </a:solidFill>
            </a:endParaRPr>
          </a:p>
        </p:txBody>
      </p:sp>
      <p:sp>
        <p:nvSpPr>
          <p:cNvPr id="91" name="文本框 90"/>
          <p:cNvSpPr txBox="1"/>
          <p:nvPr/>
        </p:nvSpPr>
        <p:spPr>
          <a:xfrm>
            <a:off x="8988199" y="5897046"/>
            <a:ext cx="2011680" cy="368300"/>
          </a:xfrm>
          <a:prstGeom prst="rect">
            <a:avLst/>
          </a:prstGeom>
          <a:noFill/>
        </p:spPr>
        <p:txBody>
          <a:bodyPr wrap="none" rtlCol="0">
            <a:spAutoFit/>
          </a:bodyPr>
          <a:lstStyle/>
          <a:p>
            <a:r>
              <a:rPr lang="zh-CN" altLang="en-US" dirty="0">
                <a:solidFill>
                  <a:schemeClr val="bg1"/>
                </a:solidFill>
                <a:latin typeface="+mn-ea"/>
              </a:rPr>
              <a:t>日期：</a:t>
            </a:r>
            <a:r>
              <a:rPr lang="en-US" altLang="zh-CN" dirty="0">
                <a:solidFill>
                  <a:schemeClr val="bg1"/>
                </a:solidFill>
                <a:latin typeface="+mn-ea"/>
              </a:rPr>
              <a:t>2024/xx/xx</a:t>
            </a:r>
            <a:endParaRPr lang="zh-CN" altLang="en-US" dirty="0">
              <a:solidFill>
                <a:schemeClr val="bg1"/>
              </a:solidFill>
              <a:latin typeface="+mn-ea"/>
            </a:endParaRPr>
          </a:p>
        </p:txBody>
      </p:sp>
      <p:sp>
        <p:nvSpPr>
          <p:cNvPr id="92" name="文本框 91"/>
          <p:cNvSpPr txBox="1"/>
          <p:nvPr/>
        </p:nvSpPr>
        <p:spPr>
          <a:xfrm>
            <a:off x="3223583" y="3753881"/>
            <a:ext cx="6032421" cy="338554"/>
          </a:xfrm>
          <a:prstGeom prst="rect">
            <a:avLst/>
          </a:prstGeom>
          <a:noFill/>
        </p:spPr>
        <p:txBody>
          <a:bodyPr wrap="none">
            <a:spAutoFit/>
          </a:bodyPr>
          <a:lstStyle/>
          <a:p>
            <a:pPr algn="ctr"/>
            <a:r>
              <a:rPr lang="zh-CN" altLang="en-US" sz="1600" spc="300" dirty="0">
                <a:solidFill>
                  <a:schemeClr val="tx1">
                    <a:lumMod val="75000"/>
                    <a:lumOff val="25000"/>
                  </a:schemeClr>
                </a:solidFill>
              </a:rPr>
              <a:t>这里输入论文题目这里输入论文题目这里输入论文题目</a:t>
            </a:r>
            <a:endParaRPr lang="zh-CN" altLang="en-US" sz="1600" spc="300" dirty="0">
              <a:solidFill>
                <a:schemeClr val="tx1">
                  <a:lumMod val="75000"/>
                  <a:lumOff val="25000"/>
                </a:schemeClr>
              </a:solidFill>
            </a:endParaRPr>
          </a:p>
        </p:txBody>
      </p:sp>
    </p:spTree>
  </p:cSld>
  <p:clrMapOvr>
    <a:masterClrMapping/>
  </p:clrMapOvr>
</p:sld>
</file>

<file path=ppt/tags/tag1.xml><?xml version="1.0" encoding="utf-8"?>
<p:tagLst xmlns:p="http://schemas.openxmlformats.org/presentationml/2006/main">
  <p:tag name="ISLIDE.ICON" val="#393751;"/>
</p:tagLst>
</file>

<file path=ppt/tags/tag2.xml><?xml version="1.0" encoding="utf-8"?>
<p:tagLst xmlns:p="http://schemas.openxmlformats.org/presentationml/2006/main">
  <p:tag name="commondata" val="eyJoZGlkIjoiZmY5NDEzM2Y2MTcxMDhlYTZkNDE0MjFlOGQ4MjM2NjAifQ=="/>
  <p:tag name="resource_record_key" val="{&quot;71&quot;:[76235680121]}"/>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324A7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3440</Words>
  <Application>WPS 演示</Application>
  <PresentationFormat>宽屏</PresentationFormat>
  <Paragraphs>574</Paragraphs>
  <Slides>26</Slides>
  <Notes>1</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26</vt:i4>
      </vt:variant>
    </vt:vector>
  </HeadingPairs>
  <TitlesOfParts>
    <vt:vector size="50" baseType="lpstr">
      <vt:lpstr>Arial</vt:lpstr>
      <vt:lpstr>方正书宋_GBK</vt:lpstr>
      <vt:lpstr>Wingdings</vt:lpstr>
      <vt:lpstr>Times New Roman</vt:lpstr>
      <vt:lpstr>思源黑体 CN</vt:lpstr>
      <vt:lpstr>冬青黑体简体中文</vt:lpstr>
      <vt:lpstr>Roboto Bold</vt:lpstr>
      <vt:lpstr>思源黑体 CN Regular</vt:lpstr>
      <vt:lpstr>Roboto</vt:lpstr>
      <vt:lpstr>OPPOSans M</vt:lpstr>
      <vt:lpstr>宋体-简</vt:lpstr>
      <vt:lpstr>思源黑体 CN Light</vt:lpstr>
      <vt:lpstr/>
      <vt:lpstr>宋体</vt:lpstr>
      <vt:lpstr>汉仪书宋二KW</vt:lpstr>
      <vt:lpstr>微软雅黑</vt:lpstr>
      <vt:lpstr>汉仪旗黑</vt:lpstr>
      <vt:lpstr>Arial Unicode MS</vt:lpstr>
      <vt:lpstr>等线</vt:lpstr>
      <vt:lpstr>汉仪中等线KW</vt:lpstr>
      <vt:lpstr>Thonburi</vt:lpstr>
      <vt:lpstr>思源黑体 CN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汉顺</dc:creator>
  <cp:lastModifiedBy>laixinshan</cp:lastModifiedBy>
  <cp:revision>19</cp:revision>
  <dcterms:created xsi:type="dcterms:W3CDTF">2026-05-15T12:14:45Z</dcterms:created>
  <dcterms:modified xsi:type="dcterms:W3CDTF">2026-05-15T12:14:45Z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B3C616B3A1FD461996F72387F0B3F60F_13</vt:lpwstr>
  </property>
  <property fmtid="{D5CDD505-2E9C-101B-9397-08002B2CF9AE}" pid="3" name="KSOProductBuildVer">
    <vt:lpwstr>2052-3.8.1.6116</vt:lpwstr>
  </property>
</Properties>
</file>