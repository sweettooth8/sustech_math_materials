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2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6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0C5DF4C-A931-4623-A375-8051DA23DB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02C9BFD-80E3-4711-A685-956FEA09B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137AD0-3506-4E3A-8840-3E0336F0E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AF5B2-A858-4A2D-AB8C-A327CD10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518801-4E38-4636-B131-3502A219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DDF67-E8B0-43C1-B780-82381B83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1952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4552959-436E-4EDF-966F-D81CA95A95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E7CC215-6BCE-4063-9143-40665B0A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424ED-076A-411A-9E4E-F6856387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CEA98-0253-4F82-982C-1E856457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EB58E-9A4A-40D1-827F-1136B832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DD2FC-C3EB-40A4-84B4-A0877333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9506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5394E-ECD0-4E96-B083-FC6D99CB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94C113-FD67-41F5-86C0-7F44D6528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48968-C6BF-407D-A729-115666322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EC909-1FD1-49DC-9411-A44F6ED79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EAF9F2-0E90-4250-A7FE-52550FD4E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A947CF-1886-4E10-A2DE-4F8FCBE2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31F78E-2345-4A37-9C32-823D400F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BEE8C-E9F9-4EE2-B6E1-91F700A7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2368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82ACC-D53B-4116-8B7D-C165FBFB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A67D08-B68B-4DCC-8317-C950AB69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75D53A-B4BC-48AF-9B32-D26A1ADA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3360E-43A5-4FA0-93D2-10260F83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3814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2B8392-70BE-4774-9961-803F6A31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1AF5D8-E755-4E21-A127-D6416AF4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AD6163-31EB-4581-8479-8D02515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3743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B632F-8680-47CD-85CF-18B4C09F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8661A-8D39-4017-B7EC-47584B509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F6DD17-B856-4613-A4A9-D148D2C6C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B67629-9298-45BF-B403-35032428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5C8DB0-5176-464A-AC7D-AAF8B455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3C82BC-E26E-4D00-B0E9-696C884A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281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38A84-DED4-4C8D-BA91-5ABB206A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81DEDD-A51C-4705-BE8A-735215430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284FB-C1DD-44FA-B9D7-133292C19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EA7BEF-D1FF-49A3-9D2F-836D5F09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F2B2BE-B1E2-4192-8128-3FA1BBCC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276DFE-51B9-4796-B39F-384A22E8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666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91101-CC98-497C-AD7B-712FB870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61E248-DC7C-43E5-AA71-B9C9DBEC3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5C8C7-934F-4700-9E1C-963AEF63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F1A943-2A31-4C71-A920-9D875D35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B3D0E-A686-498C-8E84-67AFBA22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4650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B6512D-A5F3-49E9-801C-3FAE91DD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477FAE-DDFA-4F6B-907D-18C2132C3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F4C23-A61C-4A2D-BBDA-5A58BC11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47A37-A90E-4686-A0F3-A8621934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CEB93-55EB-4BA8-A7B7-895B5831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5998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001630-8885-412C-BF77-15706CE3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3DB0D-925F-414B-B6C4-93A7D24DD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CD8E4-7C5D-4712-8E41-6231AB28E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00ADB-E45B-426D-9730-C9268C39E7AA}" type="datetimeFigureOut">
              <a:rPr lang="en-HK" smtClean="0"/>
              <a:t>15/10/2019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E34E7-D496-49FF-ADB3-F202A9861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FB0E8-2921-46CC-853E-06FE0F10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F30BC-6899-4F55-B589-E24D17FF83A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1794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DBA67727-A593-4D1C-91A6-5C2F1778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zh-CN" altLang="en-US" dirty="0"/>
              <a:t>活力朝气模板</a:t>
            </a:r>
            <a:endParaRPr lang="en-HK" dirty="0"/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928150A0-F3F0-4714-9696-D3830B149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zh-CN" dirty="0"/>
              <a:t>By </a:t>
            </a:r>
            <a:r>
              <a:rPr lang="en-HK" dirty="0"/>
              <a:t>C</a:t>
            </a:r>
            <a:r>
              <a:rPr lang="en-US" altLang="zh-CN" dirty="0" err="1"/>
              <a:t>aesium</a:t>
            </a:r>
            <a:endParaRPr lang="en-US" altLang="zh-CN" dirty="0"/>
          </a:p>
          <a:p>
            <a:r>
              <a:rPr lang="zh-CN" altLang="en-US" dirty="0"/>
              <a:t>根据学校</a:t>
            </a:r>
            <a:r>
              <a:rPr lang="en-HK" altLang="zh-CN" dirty="0"/>
              <a:t>VI</a:t>
            </a:r>
            <a:r>
              <a:rPr lang="zh-CN" altLang="en-US" dirty="0"/>
              <a:t>制作</a:t>
            </a:r>
            <a:endParaRPr lang="en-HK" altLang="zh-CN" dirty="0"/>
          </a:p>
        </p:txBody>
      </p:sp>
    </p:spTree>
    <p:extLst>
      <p:ext uri="{BB962C8B-B14F-4D97-AF65-F5344CB8AC3E}">
        <p14:creationId xmlns:p14="http://schemas.microsoft.com/office/powerpoint/2010/main" val="2463095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66021147-219C-4A96-87FE-48B2DE358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C9C4205-18C5-45BE-9642-63AE77DF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30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标题页</a:t>
            </a:r>
            <a:endParaRPr lang="en-HK" sz="4000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4E4BD-D29D-455D-B520-85EF9E619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9798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82F14C-5305-4243-87E1-462971C3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067D5-6D5C-4232-92CE-6F93B582B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3063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51EAF46-8A33-4E73-B0B9-DA5690A47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C9A4CC-599B-4DE7-A388-CA5706A2D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347" y="2581062"/>
            <a:ext cx="7846615" cy="195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Office PowerPoint</Application>
  <PresentationFormat>宽屏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活力朝气模板</vt:lpstr>
      <vt:lpstr>标题页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活力朝气模板</dc:title>
  <dc:creator>SUSTech heyStudio</dc:creator>
  <cp:lastModifiedBy>SUSTech heyStudio</cp:lastModifiedBy>
  <cp:revision>1</cp:revision>
  <dcterms:created xsi:type="dcterms:W3CDTF">2019-10-15T12:38:53Z</dcterms:created>
  <dcterms:modified xsi:type="dcterms:W3CDTF">2019-10-15T12:44:30Z</dcterms:modified>
</cp:coreProperties>
</file>