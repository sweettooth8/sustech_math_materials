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62" r:id="rId6"/>
    <p:sldId id="260" r:id="rId7"/>
    <p:sldId id="258" r:id="rId8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C09"/>
    <a:srgbClr val="E6E6E6"/>
    <a:srgbClr val="AC5C29"/>
    <a:srgbClr val="C85A00"/>
    <a:srgbClr val="ED6D00"/>
    <a:srgbClr val="8B5E39"/>
    <a:srgbClr val="B57C4C"/>
    <a:srgbClr val="964400"/>
    <a:srgbClr val="8B4921"/>
    <a:srgbClr val="E9A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>
        <p:scale>
          <a:sx n="91" d="100"/>
          <a:sy n="91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3D0DF-CD10-4984-B898-227D969BA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518D3F-A3A4-4D8D-9838-BDC552A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AA0CCF-7D34-4C5E-835D-6D97A0B4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0C0B9F-B588-4DAB-B177-7E61008B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80367-E953-4AC0-9BB6-D3075F10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295C8F-B97C-4C49-A19B-71A5CB5E95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6" r="15119" b="884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F47C9BE-AEC4-4FF4-B21F-2A669410315A}"/>
              </a:ext>
            </a:extLst>
          </p:cNvPr>
          <p:cNvSpPr/>
          <p:nvPr userDrawn="1"/>
        </p:nvSpPr>
        <p:spPr>
          <a:xfrm rot="10800000">
            <a:off x="0" y="-76848"/>
            <a:ext cx="12192000" cy="7011692"/>
          </a:xfrm>
          <a:prstGeom prst="rect">
            <a:avLst/>
          </a:prstGeom>
          <a:gradFill>
            <a:gsLst>
              <a:gs pos="69000">
                <a:schemeClr val="accent2">
                  <a:lumMod val="50000"/>
                  <a:alpha val="70000"/>
                </a:schemeClr>
              </a:gs>
              <a:gs pos="0">
                <a:schemeClr val="bg2">
                  <a:alpha val="20000"/>
                </a:schemeClr>
              </a:gs>
              <a:gs pos="100000">
                <a:srgbClr val="8B49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A73F780-F82D-4726-A73A-CC00D03442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2" t="21026" r="28880" b="34512"/>
          <a:stretch/>
        </p:blipFill>
        <p:spPr>
          <a:xfrm>
            <a:off x="7720050" y="2124652"/>
            <a:ext cx="3497056" cy="239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6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EA2C8-483C-4913-936C-7CDCC43A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6C86E-17DA-4890-8E76-706C725B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1CB70-7289-42AB-A082-B5140DBA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10FC4F-343B-4662-8D09-34B4DEB313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6" r="15119" b="884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8352D03-7887-4D35-9D6B-EFDCE4B15217}"/>
              </a:ext>
            </a:extLst>
          </p:cNvPr>
          <p:cNvSpPr/>
          <p:nvPr userDrawn="1"/>
        </p:nvSpPr>
        <p:spPr>
          <a:xfrm rot="10800000">
            <a:off x="4072" y="-76846"/>
            <a:ext cx="12192000" cy="7011692"/>
          </a:xfrm>
          <a:prstGeom prst="rect">
            <a:avLst/>
          </a:prstGeom>
          <a:gradFill>
            <a:gsLst>
              <a:gs pos="69000">
                <a:schemeClr val="accent2">
                  <a:lumMod val="50000"/>
                  <a:alpha val="70000"/>
                </a:schemeClr>
              </a:gs>
              <a:gs pos="0">
                <a:schemeClr val="bg2">
                  <a:alpha val="20000"/>
                </a:schemeClr>
              </a:gs>
              <a:gs pos="100000">
                <a:srgbClr val="8B49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BC1627-52B9-421D-AF5F-0FF0F609B9ED}"/>
              </a:ext>
            </a:extLst>
          </p:cNvPr>
          <p:cNvSpPr/>
          <p:nvPr userDrawn="1"/>
        </p:nvSpPr>
        <p:spPr>
          <a:xfrm>
            <a:off x="167524" y="188464"/>
            <a:ext cx="11873239" cy="64706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3656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4D4F1-1E2A-42B2-8EBE-F75C05AD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DE96D6-BBAB-41F6-8D8F-33A0D5AF7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7541A-9141-4BDD-815C-7BFA20BE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3B5772-A088-4F52-B72C-A330E691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12C9B-E7B2-46D7-BF21-1384C357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B7972F-3E78-4F18-AE1B-EB80C9BDEFA9}"/>
              </a:ext>
            </a:extLst>
          </p:cNvPr>
          <p:cNvSpPr/>
          <p:nvPr userDrawn="1"/>
        </p:nvSpPr>
        <p:spPr>
          <a:xfrm>
            <a:off x="0" y="465535"/>
            <a:ext cx="12192000" cy="7203626"/>
          </a:xfrm>
          <a:prstGeom prst="rect">
            <a:avLst/>
          </a:prstGeom>
          <a:gradFill>
            <a:gsLst>
              <a:gs pos="0">
                <a:schemeClr val="bg2">
                  <a:alpha val="20000"/>
                </a:schemeClr>
              </a:gs>
              <a:gs pos="100000">
                <a:schemeClr val="bg2">
                  <a:alpha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21258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EE703-CCE0-436E-BFDC-A009868C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29B18-0302-4B75-B10A-2E45C2186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FFD77B-88C4-4622-9A21-A0D1C23C8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E771F-AE59-4B45-BE0D-F8A7F074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EF1681-4623-4DC4-8267-9D28FA62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749EF9-A61C-4D4E-B0B4-B8F2A670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5738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D7391-0C33-4ECF-B8A0-51EFC23B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641919-5F94-4548-AC94-92C188282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9F6424-F217-4AB0-8BE8-B3FE20948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D08EC2-FB47-41DC-B85B-5C1F44D63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CECFF6-DCA2-4D6E-805D-DEC3382D3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C10950-B1B3-4A1D-9ABC-388F77DC8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F543DB-1317-49CB-A15E-6C532E51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75F3C0-FF64-4E1D-AA28-1C8A462A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9356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F33BB-C65E-42ED-BA22-B7C31C88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688215-C7E3-4DBC-8BFA-55F12F28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4/6/2019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591A33-4DAD-4547-A9B4-4FBEDCBC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D0427B-C59D-498C-9AE6-752787F1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246D8F-48CA-40C3-AEFA-47C003EA0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6" r="15119" b="884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98515D0-9301-41BD-B841-B97FCB99E057}"/>
              </a:ext>
            </a:extLst>
          </p:cNvPr>
          <p:cNvSpPr/>
          <p:nvPr userDrawn="1"/>
        </p:nvSpPr>
        <p:spPr>
          <a:xfrm rot="10800000">
            <a:off x="0" y="-76847"/>
            <a:ext cx="12192000" cy="7011692"/>
          </a:xfrm>
          <a:prstGeom prst="rect">
            <a:avLst/>
          </a:prstGeom>
          <a:gradFill>
            <a:gsLst>
              <a:gs pos="69000">
                <a:schemeClr val="accent2">
                  <a:lumMod val="50000"/>
                  <a:alpha val="70000"/>
                </a:schemeClr>
              </a:gs>
              <a:gs pos="0">
                <a:schemeClr val="bg2">
                  <a:alpha val="20000"/>
                </a:schemeClr>
              </a:gs>
              <a:gs pos="100000">
                <a:srgbClr val="8B49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07665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B20327-1798-489B-A02F-64E14F88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4/6/2019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16C2B7-D948-4FF7-962C-07D608CD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6C208-BFC7-426A-9E45-CB0C5159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AE0F9B-DD63-4F4A-AA0A-1CF8FD576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9"/>
            <a:ext cx="12192000" cy="810768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7F5ED49-C079-4DF6-BB8B-A9BC59586611}"/>
              </a:ext>
            </a:extLst>
          </p:cNvPr>
          <p:cNvSpPr/>
          <p:nvPr userDrawn="1"/>
        </p:nvSpPr>
        <p:spPr>
          <a:xfrm rot="10800000">
            <a:off x="0" y="-76848"/>
            <a:ext cx="12192000" cy="7011692"/>
          </a:xfrm>
          <a:prstGeom prst="rect">
            <a:avLst/>
          </a:prstGeom>
          <a:solidFill>
            <a:schemeClr val="accent2">
              <a:lumMod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  <p:pic>
        <p:nvPicPr>
          <p:cNvPr id="1026" name="Picture 2" descr="https://www.sustech.edu.cn/wp-content/themes/twentyseventeen/images/sustech-logo-cn.png">
            <a:extLst>
              <a:ext uri="{FF2B5EF4-FFF2-40B4-BE49-F238E27FC236}">
                <a16:creationId xmlns:a16="http://schemas.microsoft.com/office/drawing/2014/main" id="{5DC5574F-FA63-4745-8959-172664A5C3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44"/>
          <a:stretch/>
        </p:blipFill>
        <p:spPr bwMode="auto">
          <a:xfrm>
            <a:off x="4096660" y="2895470"/>
            <a:ext cx="4279523" cy="10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39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9C9EA-AAEF-49EB-9D6B-9ABEB7AD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689F7-0835-4102-95BF-F6CD52160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B90618-105E-45AB-BBEC-7F559AFDE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3F2599-64C2-4A28-9E0C-E69E832C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216882-5793-4316-B516-55B3D373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A9F746-5669-422A-AFC2-72330BE8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56701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79A2F-7ECE-47E4-B1DB-5279B546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969994-B159-4B1B-A13E-D44B384FC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2035C6-4610-4D45-8A3B-500DC557A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28F9C-0D24-4965-A379-F34B092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76FED9-675F-4B5D-9B52-F64B1B8C4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FCB15B-186D-4D56-84FA-3E5613D1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062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79FC0-3A0B-4604-8C68-98E55AF0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984F62-1E18-4342-9E21-85F3A786B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06D99-4A3F-4ED3-8220-0CD639FC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A58A5-1B29-4443-BA8A-F7F96682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F203B5-F3F9-49E0-B64C-B2DE6012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523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FAB752-FDC8-4073-BECD-8ACB0867B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20FE92-9C11-4760-827C-A1DAEC454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953D12-037F-41A8-9111-440E77892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B174B-CB49-4905-963A-1C265CC4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5594D0-D16F-4335-A194-256F60F0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8744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187327-E950-49BD-8F98-9844E33F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4C300F-738E-4352-BF52-ABC278EE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D10DC-F165-4F0B-8D01-0BFCA646D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33167-1065-483D-9808-8B263CBBF3FC}" type="datetimeFigureOut">
              <a:rPr lang="zh-SG" altLang="en-US" smtClean="0"/>
              <a:t>3/6/2019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A5F7E-966D-416E-8DB7-1B5B5608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99B9B-6B9D-46D8-83C6-E34D6959E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F9B6E-FF68-4E9C-AE09-F45AF38A1C4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2513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CBDE15-AC32-4103-AB6F-8016139CE820}"/>
              </a:ext>
            </a:extLst>
          </p:cNvPr>
          <p:cNvSpPr txBox="1"/>
          <p:nvPr/>
        </p:nvSpPr>
        <p:spPr>
          <a:xfrm>
            <a:off x="692328" y="2536446"/>
            <a:ext cx="73892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2019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某某课程项目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标题标题标题标题</a:t>
            </a:r>
            <a:endParaRPr lang="zh-SG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10B6AD-B1F4-423E-A498-84AAB45BC57B}"/>
              </a:ext>
            </a:extLst>
          </p:cNvPr>
          <p:cNvSpPr txBox="1"/>
          <p:nvPr/>
        </p:nvSpPr>
        <p:spPr>
          <a:xfrm>
            <a:off x="757476" y="4436943"/>
            <a:ext cx="5338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作者：某某 比较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适用于相对轻松的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课程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pre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ppt</a:t>
            </a:r>
            <a:endParaRPr lang="zh-SG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288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7B3E8BF-6777-4EA4-8672-37EFC753450D}"/>
              </a:ext>
            </a:extLst>
          </p:cNvPr>
          <p:cNvCxnSpPr/>
          <p:nvPr/>
        </p:nvCxnSpPr>
        <p:spPr>
          <a:xfrm flipH="1">
            <a:off x="5709765" y="-335047"/>
            <a:ext cx="288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0008BFA-88E0-4364-94CE-A860860AC622}"/>
              </a:ext>
            </a:extLst>
          </p:cNvPr>
          <p:cNvSpPr txBox="1"/>
          <p:nvPr/>
        </p:nvSpPr>
        <p:spPr>
          <a:xfrm>
            <a:off x="331344" y="379675"/>
            <a:ext cx="2592644" cy="1015663"/>
          </a:xfrm>
          <a:prstGeom prst="rect">
            <a:avLst/>
          </a:prstGeom>
          <a:solidFill>
            <a:srgbClr val="5F2C09"/>
          </a:solidFill>
          <a:ln>
            <a:solidFill>
              <a:srgbClr val="5F2C0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en-US" altLang="zh-SG" sz="6000" b="1" u="sng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CONTENT</a:t>
            </a:r>
            <a:endParaRPr lang="zh-SG" altLang="en-US" sz="6000" b="1" u="sng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70D3351-F490-49EE-97E2-E14801E238E1}"/>
              </a:ext>
            </a:extLst>
          </p:cNvPr>
          <p:cNvGrpSpPr/>
          <p:nvPr/>
        </p:nvGrpSpPr>
        <p:grpSpPr>
          <a:xfrm>
            <a:off x="837559" y="2114819"/>
            <a:ext cx="865639" cy="845762"/>
            <a:chOff x="2931564" y="1381126"/>
            <a:chExt cx="1382712" cy="1350963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1BBC8C7-6B7C-44E1-848B-0FEB92649B39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40" name="Oval 1271">
                <a:extLst>
                  <a:ext uri="{FF2B5EF4-FFF2-40B4-BE49-F238E27FC236}">
                    <a16:creationId xmlns:a16="http://schemas.microsoft.com/office/drawing/2014/main" id="{519ACFB8-227C-424D-9100-DDE93FCA0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1272">
                <a:extLst>
                  <a:ext uri="{FF2B5EF4-FFF2-40B4-BE49-F238E27FC236}">
                    <a16:creationId xmlns:a16="http://schemas.microsoft.com/office/drawing/2014/main" id="{CC8D895A-C5DC-4D4C-B5C0-C7F942EEC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Oval 1273">
                <a:extLst>
                  <a:ext uri="{FF2B5EF4-FFF2-40B4-BE49-F238E27FC236}">
                    <a16:creationId xmlns:a16="http://schemas.microsoft.com/office/drawing/2014/main" id="{3832A10A-E96D-4034-88A7-DEE48E8E4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Oval 1274">
                <a:extLst>
                  <a:ext uri="{FF2B5EF4-FFF2-40B4-BE49-F238E27FC236}">
                    <a16:creationId xmlns:a16="http://schemas.microsoft.com/office/drawing/2014/main" id="{13461D2E-0D3C-4D5E-B1C5-82C0440E7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Oval 1275">
                <a:extLst>
                  <a:ext uri="{FF2B5EF4-FFF2-40B4-BE49-F238E27FC236}">
                    <a16:creationId xmlns:a16="http://schemas.microsoft.com/office/drawing/2014/main" id="{023BA1E8-A164-4DFB-8111-BB397FCDF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Oval 1276">
                <a:extLst>
                  <a:ext uri="{FF2B5EF4-FFF2-40B4-BE49-F238E27FC236}">
                    <a16:creationId xmlns:a16="http://schemas.microsoft.com/office/drawing/2014/main" id="{E2E88826-FB46-4A0E-AA11-09FC4C57F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Oval 1277">
                <a:extLst>
                  <a:ext uri="{FF2B5EF4-FFF2-40B4-BE49-F238E27FC236}">
                    <a16:creationId xmlns:a16="http://schemas.microsoft.com/office/drawing/2014/main" id="{E14E2C2D-C4D8-4635-BF17-A50DBD42E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Oval 1278">
                <a:extLst>
                  <a:ext uri="{FF2B5EF4-FFF2-40B4-BE49-F238E27FC236}">
                    <a16:creationId xmlns:a16="http://schemas.microsoft.com/office/drawing/2014/main" id="{31BC87DA-74B2-4B58-AD68-B9CB8CD87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1279">
                <a:extLst>
                  <a:ext uri="{FF2B5EF4-FFF2-40B4-BE49-F238E27FC236}">
                    <a16:creationId xmlns:a16="http://schemas.microsoft.com/office/drawing/2014/main" id="{DF87C73D-F581-4784-A968-93118F83A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1280">
                <a:extLst>
                  <a:ext uri="{FF2B5EF4-FFF2-40B4-BE49-F238E27FC236}">
                    <a16:creationId xmlns:a16="http://schemas.microsoft.com/office/drawing/2014/main" id="{4FB50029-81A7-4915-A7B5-B58256E46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1281">
                <a:extLst>
                  <a:ext uri="{FF2B5EF4-FFF2-40B4-BE49-F238E27FC236}">
                    <a16:creationId xmlns:a16="http://schemas.microsoft.com/office/drawing/2014/main" id="{354E294A-FE26-46B6-99A7-3CFD7D3A9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1282">
                <a:extLst>
                  <a:ext uri="{FF2B5EF4-FFF2-40B4-BE49-F238E27FC236}">
                    <a16:creationId xmlns:a16="http://schemas.microsoft.com/office/drawing/2014/main" id="{58FEE082-1A84-40BA-851D-5DC48045A3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566E207-364A-406A-A81A-C49CFB090823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8434D46-0CB7-439F-A093-80B94A7766F9}"/>
              </a:ext>
            </a:extLst>
          </p:cNvPr>
          <p:cNvGrpSpPr/>
          <p:nvPr/>
        </p:nvGrpSpPr>
        <p:grpSpPr>
          <a:xfrm>
            <a:off x="837559" y="4935218"/>
            <a:ext cx="865639" cy="845762"/>
            <a:chOff x="2931564" y="1381126"/>
            <a:chExt cx="1382712" cy="1350963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030127C-3D79-44F2-A761-67C162B6FD68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55" name="Oval 1271">
                <a:extLst>
                  <a:ext uri="{FF2B5EF4-FFF2-40B4-BE49-F238E27FC236}">
                    <a16:creationId xmlns:a16="http://schemas.microsoft.com/office/drawing/2014/main" id="{427AD7B8-2E10-4435-90D8-416D1C74E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1272">
                <a:extLst>
                  <a:ext uri="{FF2B5EF4-FFF2-40B4-BE49-F238E27FC236}">
                    <a16:creationId xmlns:a16="http://schemas.microsoft.com/office/drawing/2014/main" id="{8901C52C-2059-40D1-938F-6A5C11C50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Oval 1273">
                <a:extLst>
                  <a:ext uri="{FF2B5EF4-FFF2-40B4-BE49-F238E27FC236}">
                    <a16:creationId xmlns:a16="http://schemas.microsoft.com/office/drawing/2014/main" id="{9ABE4687-DFD0-4067-95CC-5EFFE81D1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Oval 1274">
                <a:extLst>
                  <a:ext uri="{FF2B5EF4-FFF2-40B4-BE49-F238E27FC236}">
                    <a16:creationId xmlns:a16="http://schemas.microsoft.com/office/drawing/2014/main" id="{5F7210AD-3AEC-4182-B53B-FBC762DE3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Oval 1275">
                <a:extLst>
                  <a:ext uri="{FF2B5EF4-FFF2-40B4-BE49-F238E27FC236}">
                    <a16:creationId xmlns:a16="http://schemas.microsoft.com/office/drawing/2014/main" id="{96C59CE8-8663-4EF1-876C-B8FF078DA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Oval 1276">
                <a:extLst>
                  <a:ext uri="{FF2B5EF4-FFF2-40B4-BE49-F238E27FC236}">
                    <a16:creationId xmlns:a16="http://schemas.microsoft.com/office/drawing/2014/main" id="{EA26300A-F500-47FE-9182-03FFA65EB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Oval 1277">
                <a:extLst>
                  <a:ext uri="{FF2B5EF4-FFF2-40B4-BE49-F238E27FC236}">
                    <a16:creationId xmlns:a16="http://schemas.microsoft.com/office/drawing/2014/main" id="{51396136-C1AE-4661-A1C3-AF0AB08B6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Oval 1278">
                <a:extLst>
                  <a:ext uri="{FF2B5EF4-FFF2-40B4-BE49-F238E27FC236}">
                    <a16:creationId xmlns:a16="http://schemas.microsoft.com/office/drawing/2014/main" id="{40BA5FBE-9CD2-4060-A25D-572EF402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1279">
                <a:extLst>
                  <a:ext uri="{FF2B5EF4-FFF2-40B4-BE49-F238E27FC236}">
                    <a16:creationId xmlns:a16="http://schemas.microsoft.com/office/drawing/2014/main" id="{2A9EEE3E-A1B0-4634-A977-9C9231C64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1280">
                <a:extLst>
                  <a:ext uri="{FF2B5EF4-FFF2-40B4-BE49-F238E27FC236}">
                    <a16:creationId xmlns:a16="http://schemas.microsoft.com/office/drawing/2014/main" id="{C668C3DF-C630-4089-BB7B-1DD953CED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1281">
                <a:extLst>
                  <a:ext uri="{FF2B5EF4-FFF2-40B4-BE49-F238E27FC236}">
                    <a16:creationId xmlns:a16="http://schemas.microsoft.com/office/drawing/2014/main" id="{4FD047A3-F349-48D1-9AE2-AAEF09B21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1282">
                <a:extLst>
                  <a:ext uri="{FF2B5EF4-FFF2-40B4-BE49-F238E27FC236}">
                    <a16:creationId xmlns:a16="http://schemas.microsoft.com/office/drawing/2014/main" id="{582D6ED8-8D77-457A-B260-F490666CA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B5EDE90-1698-466D-9967-16EA028BA85A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6AF3115-AD76-46A8-9472-1E40F5619F86}"/>
              </a:ext>
            </a:extLst>
          </p:cNvPr>
          <p:cNvGrpSpPr/>
          <p:nvPr/>
        </p:nvGrpSpPr>
        <p:grpSpPr>
          <a:xfrm>
            <a:off x="6582145" y="2100632"/>
            <a:ext cx="865639" cy="845762"/>
            <a:chOff x="2931564" y="1381126"/>
            <a:chExt cx="1382712" cy="1350963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D8F771EF-46A8-41F5-BB70-AFDBDF6162EA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70" name="Oval 1271">
                <a:extLst>
                  <a:ext uri="{FF2B5EF4-FFF2-40B4-BE49-F238E27FC236}">
                    <a16:creationId xmlns:a16="http://schemas.microsoft.com/office/drawing/2014/main" id="{A3AB8F05-922D-44F7-B9B1-5C4DB9B97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1272">
                <a:extLst>
                  <a:ext uri="{FF2B5EF4-FFF2-40B4-BE49-F238E27FC236}">
                    <a16:creationId xmlns:a16="http://schemas.microsoft.com/office/drawing/2014/main" id="{769D1D09-F6A6-416E-B6E4-DD7F52E9B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Oval 1273">
                <a:extLst>
                  <a:ext uri="{FF2B5EF4-FFF2-40B4-BE49-F238E27FC236}">
                    <a16:creationId xmlns:a16="http://schemas.microsoft.com/office/drawing/2014/main" id="{17DCC53B-B7F6-45FF-94F4-B2A8C777D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274">
                <a:extLst>
                  <a:ext uri="{FF2B5EF4-FFF2-40B4-BE49-F238E27FC236}">
                    <a16:creationId xmlns:a16="http://schemas.microsoft.com/office/drawing/2014/main" id="{37F1A410-184B-41AC-B2FD-32935653C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Oval 1275">
                <a:extLst>
                  <a:ext uri="{FF2B5EF4-FFF2-40B4-BE49-F238E27FC236}">
                    <a16:creationId xmlns:a16="http://schemas.microsoft.com/office/drawing/2014/main" id="{1E3297EF-311E-4EFF-8780-27C73A63B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Oval 1276">
                <a:extLst>
                  <a:ext uri="{FF2B5EF4-FFF2-40B4-BE49-F238E27FC236}">
                    <a16:creationId xmlns:a16="http://schemas.microsoft.com/office/drawing/2014/main" id="{0838410A-D3B4-4190-AF60-27FD46003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Oval 1277">
                <a:extLst>
                  <a:ext uri="{FF2B5EF4-FFF2-40B4-BE49-F238E27FC236}">
                    <a16:creationId xmlns:a16="http://schemas.microsoft.com/office/drawing/2014/main" id="{DCC9BC45-8349-4EA5-9627-7581D3372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Oval 1278">
                <a:extLst>
                  <a:ext uri="{FF2B5EF4-FFF2-40B4-BE49-F238E27FC236}">
                    <a16:creationId xmlns:a16="http://schemas.microsoft.com/office/drawing/2014/main" id="{2BEE809C-FBA1-4018-9902-5168B22CD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279">
                <a:extLst>
                  <a:ext uri="{FF2B5EF4-FFF2-40B4-BE49-F238E27FC236}">
                    <a16:creationId xmlns:a16="http://schemas.microsoft.com/office/drawing/2014/main" id="{BFCDBCF5-B5F3-448F-8587-C0D732ACF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280">
                <a:extLst>
                  <a:ext uri="{FF2B5EF4-FFF2-40B4-BE49-F238E27FC236}">
                    <a16:creationId xmlns:a16="http://schemas.microsoft.com/office/drawing/2014/main" id="{5A276838-7341-4F10-BF19-BD253A722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281">
                <a:extLst>
                  <a:ext uri="{FF2B5EF4-FFF2-40B4-BE49-F238E27FC236}">
                    <a16:creationId xmlns:a16="http://schemas.microsoft.com/office/drawing/2014/main" id="{5A80764B-23E7-4F4F-858A-1F3D8EA42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282">
                <a:extLst>
                  <a:ext uri="{FF2B5EF4-FFF2-40B4-BE49-F238E27FC236}">
                    <a16:creationId xmlns:a16="http://schemas.microsoft.com/office/drawing/2014/main" id="{C254FB4D-FCA6-4D53-9B15-248C6D9D3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D0A71FE-9BE3-4D0C-8850-D6B0B7C65AA4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5DA68189-E010-401F-8A4E-9563BF6F7156}"/>
              </a:ext>
            </a:extLst>
          </p:cNvPr>
          <p:cNvGrpSpPr/>
          <p:nvPr/>
        </p:nvGrpSpPr>
        <p:grpSpPr>
          <a:xfrm>
            <a:off x="6619413" y="4929651"/>
            <a:ext cx="865639" cy="845762"/>
            <a:chOff x="2931564" y="1381126"/>
            <a:chExt cx="1382712" cy="1350963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E92110E2-D19F-4CB9-ADE7-2F6F1BECAF84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85" name="Oval 1271">
                <a:extLst>
                  <a:ext uri="{FF2B5EF4-FFF2-40B4-BE49-F238E27FC236}">
                    <a16:creationId xmlns:a16="http://schemas.microsoft.com/office/drawing/2014/main" id="{DE0AD523-7AE6-49B8-A040-F8C4B2747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272">
                <a:extLst>
                  <a:ext uri="{FF2B5EF4-FFF2-40B4-BE49-F238E27FC236}">
                    <a16:creationId xmlns:a16="http://schemas.microsoft.com/office/drawing/2014/main" id="{D773E3CC-2B58-414A-9730-3DD6F4DC9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Oval 1273">
                <a:extLst>
                  <a:ext uri="{FF2B5EF4-FFF2-40B4-BE49-F238E27FC236}">
                    <a16:creationId xmlns:a16="http://schemas.microsoft.com/office/drawing/2014/main" id="{CAD7D368-A57F-4984-B3E6-F941FFE9C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Oval 1274">
                <a:extLst>
                  <a:ext uri="{FF2B5EF4-FFF2-40B4-BE49-F238E27FC236}">
                    <a16:creationId xmlns:a16="http://schemas.microsoft.com/office/drawing/2014/main" id="{766B6693-CCFE-49BC-9CAC-C6ECEE0EE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Oval 1275">
                <a:extLst>
                  <a:ext uri="{FF2B5EF4-FFF2-40B4-BE49-F238E27FC236}">
                    <a16:creationId xmlns:a16="http://schemas.microsoft.com/office/drawing/2014/main" id="{A2D74237-6A5D-4D85-9AA7-B9D080108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Oval 1276">
                <a:extLst>
                  <a:ext uri="{FF2B5EF4-FFF2-40B4-BE49-F238E27FC236}">
                    <a16:creationId xmlns:a16="http://schemas.microsoft.com/office/drawing/2014/main" id="{3CBF0363-5B83-497D-88A5-98498D44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Oval 1277">
                <a:extLst>
                  <a:ext uri="{FF2B5EF4-FFF2-40B4-BE49-F238E27FC236}">
                    <a16:creationId xmlns:a16="http://schemas.microsoft.com/office/drawing/2014/main" id="{FAC41F7E-1C13-4114-BEB6-EA7D7F2CD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Oval 1278">
                <a:extLst>
                  <a:ext uri="{FF2B5EF4-FFF2-40B4-BE49-F238E27FC236}">
                    <a16:creationId xmlns:a16="http://schemas.microsoft.com/office/drawing/2014/main" id="{113AFBE2-BC98-492A-9E73-68DA790B1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279">
                <a:extLst>
                  <a:ext uri="{FF2B5EF4-FFF2-40B4-BE49-F238E27FC236}">
                    <a16:creationId xmlns:a16="http://schemas.microsoft.com/office/drawing/2014/main" id="{476762AF-EB11-4D87-8B6C-A3E33C12B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280">
                <a:extLst>
                  <a:ext uri="{FF2B5EF4-FFF2-40B4-BE49-F238E27FC236}">
                    <a16:creationId xmlns:a16="http://schemas.microsoft.com/office/drawing/2014/main" id="{2873F665-5693-465E-934A-E9E1ABA3D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281">
                <a:extLst>
                  <a:ext uri="{FF2B5EF4-FFF2-40B4-BE49-F238E27FC236}">
                    <a16:creationId xmlns:a16="http://schemas.microsoft.com/office/drawing/2014/main" id="{2E2EB3D3-9214-4025-8433-ECE64009B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282">
                <a:extLst>
                  <a:ext uri="{FF2B5EF4-FFF2-40B4-BE49-F238E27FC236}">
                    <a16:creationId xmlns:a16="http://schemas.microsoft.com/office/drawing/2014/main" id="{95BFAFD1-7269-4969-B401-CE69B6BE2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EB0D1C4D-42F3-4411-A20A-6153BB98E578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D424105-F464-4E7B-B4E4-4CA0F4107557}"/>
              </a:ext>
            </a:extLst>
          </p:cNvPr>
          <p:cNvSpPr txBox="1"/>
          <p:nvPr/>
        </p:nvSpPr>
        <p:spPr>
          <a:xfrm>
            <a:off x="1877661" y="2142646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BAA4380-5288-401A-853C-5AD6A5621899}"/>
              </a:ext>
            </a:extLst>
          </p:cNvPr>
          <p:cNvSpPr txBox="1"/>
          <p:nvPr/>
        </p:nvSpPr>
        <p:spPr>
          <a:xfrm>
            <a:off x="1914887" y="4978518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F7C25D2-915E-43BD-998E-E37E401FBAC7}"/>
              </a:ext>
            </a:extLst>
          </p:cNvPr>
          <p:cNvSpPr txBox="1"/>
          <p:nvPr/>
        </p:nvSpPr>
        <p:spPr>
          <a:xfrm>
            <a:off x="7587805" y="2186395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1C191B8-CE43-493E-9C06-BD04929F4063}"/>
              </a:ext>
            </a:extLst>
          </p:cNvPr>
          <p:cNvSpPr txBox="1"/>
          <p:nvPr/>
        </p:nvSpPr>
        <p:spPr>
          <a:xfrm>
            <a:off x="7625571" y="4973772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D95AF2B1-305D-49D6-9972-9BF0EDB60DF7}"/>
              </a:ext>
            </a:extLst>
          </p:cNvPr>
          <p:cNvGrpSpPr/>
          <p:nvPr/>
        </p:nvGrpSpPr>
        <p:grpSpPr>
          <a:xfrm>
            <a:off x="837559" y="3510123"/>
            <a:ext cx="865639" cy="845762"/>
            <a:chOff x="2931564" y="1381126"/>
            <a:chExt cx="1382712" cy="1350963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AF743521-34F3-4D0F-903E-68FAB1668BEA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103" name="Oval 1271">
                <a:extLst>
                  <a:ext uri="{FF2B5EF4-FFF2-40B4-BE49-F238E27FC236}">
                    <a16:creationId xmlns:a16="http://schemas.microsoft.com/office/drawing/2014/main" id="{DE704FD1-D465-4F25-8383-61BA1E0D9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272">
                <a:extLst>
                  <a:ext uri="{FF2B5EF4-FFF2-40B4-BE49-F238E27FC236}">
                    <a16:creationId xmlns:a16="http://schemas.microsoft.com/office/drawing/2014/main" id="{09FF868C-38D9-4DBD-B990-53F63BB7B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Oval 1273">
                <a:extLst>
                  <a:ext uri="{FF2B5EF4-FFF2-40B4-BE49-F238E27FC236}">
                    <a16:creationId xmlns:a16="http://schemas.microsoft.com/office/drawing/2014/main" id="{3AE80B80-4711-4D20-B2BD-9BA6BAB05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Oval 1274">
                <a:extLst>
                  <a:ext uri="{FF2B5EF4-FFF2-40B4-BE49-F238E27FC236}">
                    <a16:creationId xmlns:a16="http://schemas.microsoft.com/office/drawing/2014/main" id="{58F2AE67-1374-4684-888D-C6AB31A8C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Oval 1275">
                <a:extLst>
                  <a:ext uri="{FF2B5EF4-FFF2-40B4-BE49-F238E27FC236}">
                    <a16:creationId xmlns:a16="http://schemas.microsoft.com/office/drawing/2014/main" id="{0413F77A-5F60-4F99-960A-DBC365380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Oval 1276">
                <a:extLst>
                  <a:ext uri="{FF2B5EF4-FFF2-40B4-BE49-F238E27FC236}">
                    <a16:creationId xmlns:a16="http://schemas.microsoft.com/office/drawing/2014/main" id="{B1B18663-8993-4824-8B31-83B49EB32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Oval 1277">
                <a:extLst>
                  <a:ext uri="{FF2B5EF4-FFF2-40B4-BE49-F238E27FC236}">
                    <a16:creationId xmlns:a16="http://schemas.microsoft.com/office/drawing/2014/main" id="{869A91CD-7E55-47C2-B470-A7A40D2A9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Oval 1278">
                <a:extLst>
                  <a:ext uri="{FF2B5EF4-FFF2-40B4-BE49-F238E27FC236}">
                    <a16:creationId xmlns:a16="http://schemas.microsoft.com/office/drawing/2014/main" id="{FAE4FB98-A403-43CC-A68F-BF0DD7B63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279">
                <a:extLst>
                  <a:ext uri="{FF2B5EF4-FFF2-40B4-BE49-F238E27FC236}">
                    <a16:creationId xmlns:a16="http://schemas.microsoft.com/office/drawing/2014/main" id="{FC300F5A-75AA-4456-B4A5-D336A38D6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1280">
                <a:extLst>
                  <a:ext uri="{FF2B5EF4-FFF2-40B4-BE49-F238E27FC236}">
                    <a16:creationId xmlns:a16="http://schemas.microsoft.com/office/drawing/2014/main" id="{463B3B19-39FC-4C26-9AE8-DBE3C871C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1281">
                <a:extLst>
                  <a:ext uri="{FF2B5EF4-FFF2-40B4-BE49-F238E27FC236}">
                    <a16:creationId xmlns:a16="http://schemas.microsoft.com/office/drawing/2014/main" id="{6DE2534F-AACA-4F12-9501-CA2923645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1282">
                <a:extLst>
                  <a:ext uri="{FF2B5EF4-FFF2-40B4-BE49-F238E27FC236}">
                    <a16:creationId xmlns:a16="http://schemas.microsoft.com/office/drawing/2014/main" id="{9BCDDFAA-ED68-493A-BCF0-1531DA78E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EAF50B6-D0CD-4326-A5BE-642AD82DC75E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955DCC1-F94A-4BEA-A3C1-2203059FF127}"/>
              </a:ext>
            </a:extLst>
          </p:cNvPr>
          <p:cNvGrpSpPr/>
          <p:nvPr/>
        </p:nvGrpSpPr>
        <p:grpSpPr>
          <a:xfrm>
            <a:off x="6619413" y="3504556"/>
            <a:ext cx="865639" cy="845762"/>
            <a:chOff x="2931564" y="1381126"/>
            <a:chExt cx="1382712" cy="1350963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422BC63C-83EC-49B1-90C1-6A8E06CFF5B9}"/>
                </a:ext>
              </a:extLst>
            </p:cNvPr>
            <p:cNvGrpSpPr/>
            <p:nvPr/>
          </p:nvGrpSpPr>
          <p:grpSpPr>
            <a:xfrm>
              <a:off x="2931564" y="1381126"/>
              <a:ext cx="1382712" cy="1350963"/>
              <a:chOff x="2790826" y="1897063"/>
              <a:chExt cx="1382712" cy="1350963"/>
            </a:xfrm>
          </p:grpSpPr>
          <p:sp>
            <p:nvSpPr>
              <p:cNvPr id="118" name="Oval 1271">
                <a:extLst>
                  <a:ext uri="{FF2B5EF4-FFF2-40B4-BE49-F238E27FC236}">
                    <a16:creationId xmlns:a16="http://schemas.microsoft.com/office/drawing/2014/main" id="{A7E32655-3C0C-4180-9A75-B621E5F1A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016126"/>
                <a:ext cx="120650" cy="120650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1272">
                <a:extLst>
                  <a:ext uri="{FF2B5EF4-FFF2-40B4-BE49-F238E27FC236}">
                    <a16:creationId xmlns:a16="http://schemas.microsoft.com/office/drawing/2014/main" id="{F4D2EC49-BDEF-417E-BFB6-2C8776D12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2851151"/>
                <a:ext cx="136525" cy="134938"/>
              </a:xfrm>
              <a:custGeom>
                <a:avLst/>
                <a:gdLst>
                  <a:gd name="T0" fmla="*/ 29 w 36"/>
                  <a:gd name="T1" fmla="*/ 29 h 36"/>
                  <a:gd name="T2" fmla="*/ 7 w 36"/>
                  <a:gd name="T3" fmla="*/ 29 h 36"/>
                  <a:gd name="T4" fmla="*/ 7 w 36"/>
                  <a:gd name="T5" fmla="*/ 7 h 36"/>
                  <a:gd name="T6" fmla="*/ 29 w 36"/>
                  <a:gd name="T7" fmla="*/ 7 h 36"/>
                  <a:gd name="T8" fmla="*/ 29 w 36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29" y="29"/>
                    </a:moveTo>
                    <a:cubicBezTo>
                      <a:pt x="23" y="36"/>
                      <a:pt x="13" y="36"/>
                      <a:pt x="7" y="29"/>
                    </a:cubicBezTo>
                    <a:cubicBezTo>
                      <a:pt x="0" y="23"/>
                      <a:pt x="0" y="13"/>
                      <a:pt x="7" y="7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36" y="13"/>
                      <a:pt x="36" y="23"/>
                      <a:pt x="29" y="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Oval 1273">
                <a:extLst>
                  <a:ext uri="{FF2B5EF4-FFF2-40B4-BE49-F238E27FC236}">
                    <a16:creationId xmlns:a16="http://schemas.microsoft.com/office/drawing/2014/main" id="{650B3AD9-F310-4A22-811C-2E565C4DA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901" y="1941513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Oval 1274">
                <a:extLst>
                  <a:ext uri="{FF2B5EF4-FFF2-40B4-BE49-F238E27FC236}">
                    <a16:creationId xmlns:a16="http://schemas.microsoft.com/office/drawing/2014/main" id="{D81B8243-7FA2-4830-9024-5821667E5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13" y="1911351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Oval 1275">
                <a:extLst>
                  <a:ext uri="{FF2B5EF4-FFF2-40B4-BE49-F238E27FC236}">
                    <a16:creationId xmlns:a16="http://schemas.microsoft.com/office/drawing/2014/main" id="{55691B62-9CE3-49A8-AB24-DD67B4F14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438" y="230187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Oval 1276">
                <a:extLst>
                  <a:ext uri="{FF2B5EF4-FFF2-40B4-BE49-F238E27FC236}">
                    <a16:creationId xmlns:a16="http://schemas.microsoft.com/office/drawing/2014/main" id="{0DF183E0-BA17-4309-98E4-587E5BD83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351" y="3159126"/>
                <a:ext cx="30163" cy="3016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Oval 1277">
                <a:extLst>
                  <a:ext uri="{FF2B5EF4-FFF2-40B4-BE49-F238E27FC236}">
                    <a16:creationId xmlns:a16="http://schemas.microsoft.com/office/drawing/2014/main" id="{B91AE71D-74D6-4031-B205-9AC599546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826" y="2947988"/>
                <a:ext cx="180975" cy="180975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Oval 1278">
                <a:extLst>
                  <a:ext uri="{FF2B5EF4-FFF2-40B4-BE49-F238E27FC236}">
                    <a16:creationId xmlns:a16="http://schemas.microsoft.com/office/drawing/2014/main" id="{C606C426-9F56-407F-ADA2-FA5D945D6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176" y="1897063"/>
                <a:ext cx="239713" cy="239713"/>
              </a:xfrm>
              <a:prstGeom prst="ellipse">
                <a:avLst/>
              </a:pr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279">
                <a:extLst>
                  <a:ext uri="{FF2B5EF4-FFF2-40B4-BE49-F238E27FC236}">
                    <a16:creationId xmlns:a16="http://schemas.microsoft.com/office/drawing/2014/main" id="{E3392106-5705-4452-B92B-7499140F6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388" y="2111376"/>
                <a:ext cx="692150" cy="1136650"/>
              </a:xfrm>
              <a:custGeom>
                <a:avLst/>
                <a:gdLst>
                  <a:gd name="T0" fmla="*/ 140 w 184"/>
                  <a:gd name="T1" fmla="*/ 0 h 303"/>
                  <a:gd name="T2" fmla="*/ 184 w 184"/>
                  <a:gd name="T3" fmla="*/ 119 h 303"/>
                  <a:gd name="T4" fmla="*/ 0 w 184"/>
                  <a:gd name="T5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303">
                    <a:moveTo>
                      <a:pt x="140" y="0"/>
                    </a:moveTo>
                    <a:cubicBezTo>
                      <a:pt x="168" y="32"/>
                      <a:pt x="184" y="74"/>
                      <a:pt x="184" y="119"/>
                    </a:cubicBezTo>
                    <a:cubicBezTo>
                      <a:pt x="184" y="221"/>
                      <a:pt x="102" y="303"/>
                      <a:pt x="0" y="30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280">
                <a:extLst>
                  <a:ext uri="{FF2B5EF4-FFF2-40B4-BE49-F238E27FC236}">
                    <a16:creationId xmlns:a16="http://schemas.microsoft.com/office/drawing/2014/main" id="{922C0E74-E51A-4D82-AB3F-72C4F2AA3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026" y="2557463"/>
                <a:ext cx="4763" cy="49213"/>
              </a:xfrm>
              <a:custGeom>
                <a:avLst/>
                <a:gdLst>
                  <a:gd name="T0" fmla="*/ 1 w 1"/>
                  <a:gd name="T1" fmla="*/ 13 h 13"/>
                  <a:gd name="T2" fmla="*/ 0 w 1"/>
                  <a:gd name="T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cubicBezTo>
                      <a:pt x="0" y="9"/>
                      <a:pt x="0" y="4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81">
                <a:extLst>
                  <a:ext uri="{FF2B5EF4-FFF2-40B4-BE49-F238E27FC236}">
                    <a16:creationId xmlns:a16="http://schemas.microsoft.com/office/drawing/2014/main" id="{2D4853B0-72F5-4C87-ACC3-B8B0867D3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013" y="2216151"/>
                <a:ext cx="217488" cy="206375"/>
              </a:xfrm>
              <a:custGeom>
                <a:avLst/>
                <a:gdLst>
                  <a:gd name="T0" fmla="*/ 0 w 58"/>
                  <a:gd name="T1" fmla="*/ 55 h 55"/>
                  <a:gd name="T2" fmla="*/ 58 w 58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55">
                    <a:moveTo>
                      <a:pt x="0" y="55"/>
                    </a:moveTo>
                    <a:cubicBezTo>
                      <a:pt x="10" y="29"/>
                      <a:pt x="31" y="9"/>
                      <a:pt x="58" y="0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282">
                <a:extLst>
                  <a:ext uri="{FF2B5EF4-FFF2-40B4-BE49-F238E27FC236}">
                    <a16:creationId xmlns:a16="http://schemas.microsoft.com/office/drawing/2014/main" id="{F34691C8-B504-4C2C-8435-AF5A33F5E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376" y="2076451"/>
                <a:ext cx="962025" cy="962025"/>
              </a:xfrm>
              <a:custGeom>
                <a:avLst/>
                <a:gdLst>
                  <a:gd name="T0" fmla="*/ 200 w 256"/>
                  <a:gd name="T1" fmla="*/ 234 h 256"/>
                  <a:gd name="T2" fmla="*/ 128 w 256"/>
                  <a:gd name="T3" fmla="*/ 256 h 256"/>
                  <a:gd name="T4" fmla="*/ 0 w 256"/>
                  <a:gd name="T5" fmla="*/ 128 h 256"/>
                  <a:gd name="T6" fmla="*/ 128 w 256"/>
                  <a:gd name="T7" fmla="*/ 0 h 256"/>
                  <a:gd name="T8" fmla="*/ 256 w 256"/>
                  <a:gd name="T9" fmla="*/ 128 h 256"/>
                  <a:gd name="T10" fmla="*/ 224 w 256"/>
                  <a:gd name="T11" fmla="*/ 21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6" h="256">
                    <a:moveTo>
                      <a:pt x="200" y="234"/>
                    </a:moveTo>
                    <a:cubicBezTo>
                      <a:pt x="179" y="248"/>
                      <a:pt x="155" y="256"/>
                      <a:pt x="128" y="256"/>
                    </a:cubicBezTo>
                    <a:cubicBezTo>
                      <a:pt x="57" y="256"/>
                      <a:pt x="0" y="199"/>
                      <a:pt x="0" y="128"/>
                    </a:cubicBezTo>
                    <a:cubicBezTo>
                      <a:pt x="0" y="57"/>
                      <a:pt x="57" y="0"/>
                      <a:pt x="128" y="0"/>
                    </a:cubicBezTo>
                    <a:cubicBezTo>
                      <a:pt x="199" y="0"/>
                      <a:pt x="256" y="57"/>
                      <a:pt x="256" y="128"/>
                    </a:cubicBezTo>
                    <a:cubicBezTo>
                      <a:pt x="256" y="161"/>
                      <a:pt x="244" y="190"/>
                      <a:pt x="224" y="213"/>
                    </a:cubicBezTo>
                  </a:path>
                </a:pathLst>
              </a:custGeom>
              <a:noFill/>
              <a:ln w="38100" cap="rnd">
                <a:solidFill>
                  <a:srgbClr val="5F2C0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70C7E9C3-B5CF-494C-9F4C-B77A54BEE40C}"/>
                </a:ext>
              </a:extLst>
            </p:cNvPr>
            <p:cNvSpPr txBox="1"/>
            <p:nvPr/>
          </p:nvSpPr>
          <p:spPr>
            <a:xfrm>
              <a:off x="3283486" y="1638579"/>
              <a:ext cx="790933" cy="55906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5F2C09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1</a:t>
              </a:r>
              <a:endParaRPr lang="zh-SG" altLang="en-US" sz="2800" b="1" dirty="0">
                <a:solidFill>
                  <a:srgbClr val="5F2C09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C8BD9719-5EEB-4696-AECB-A9C7DB87F58C}"/>
              </a:ext>
            </a:extLst>
          </p:cNvPr>
          <p:cNvSpPr txBox="1"/>
          <p:nvPr/>
        </p:nvSpPr>
        <p:spPr>
          <a:xfrm>
            <a:off x="1914887" y="3553423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5BC6A24D-7549-466B-AA66-AC8341BC3A5E}"/>
              </a:ext>
            </a:extLst>
          </p:cNvPr>
          <p:cNvSpPr txBox="1"/>
          <p:nvPr/>
        </p:nvSpPr>
        <p:spPr>
          <a:xfrm>
            <a:off x="7625571" y="3548677"/>
            <a:ext cx="3597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4400" b="1" dirty="0" err="1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alabala</a:t>
            </a:r>
            <a:endParaRPr lang="zh-SG" altLang="en-US" sz="4400" b="1" dirty="0">
              <a:solidFill>
                <a:srgbClr val="5F2C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87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C26E95-8639-4306-BC72-D24E97526BA9}"/>
              </a:ext>
            </a:extLst>
          </p:cNvPr>
          <p:cNvSpPr txBox="1"/>
          <p:nvPr/>
        </p:nvSpPr>
        <p:spPr>
          <a:xfrm>
            <a:off x="6182088" y="1690688"/>
            <a:ext cx="60099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b="1" u="sng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F0E270-D0CB-4B24-9245-FAE92912A5D2}"/>
              </a:ext>
            </a:extLst>
          </p:cNvPr>
          <p:cNvSpPr txBox="1"/>
          <p:nvPr/>
        </p:nvSpPr>
        <p:spPr>
          <a:xfrm>
            <a:off x="3022406" y="3983528"/>
            <a:ext cx="88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Here you can put something to give a brief introduction. </a:t>
            </a:r>
            <a:endParaRPr lang="zh-SG" altLang="en-US" sz="2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35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A6B1C7-E65E-441A-B387-C62F8BCE26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0" t="40306" r="23627" b="40661"/>
          <a:stretch/>
        </p:blipFill>
        <p:spPr>
          <a:xfrm>
            <a:off x="9367365" y="272202"/>
            <a:ext cx="2484934" cy="64182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E0AE481-0EAC-43F4-B1F1-082D28EF7976}"/>
              </a:ext>
            </a:extLst>
          </p:cNvPr>
          <p:cNvGrpSpPr/>
          <p:nvPr/>
        </p:nvGrpSpPr>
        <p:grpSpPr>
          <a:xfrm>
            <a:off x="434903" y="329254"/>
            <a:ext cx="5847704" cy="584775"/>
            <a:chOff x="434903" y="329254"/>
            <a:chExt cx="5847704" cy="58477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9ECDB99-80EA-4994-A3B3-92832E04421A}"/>
                </a:ext>
              </a:extLst>
            </p:cNvPr>
            <p:cNvGrpSpPr/>
            <p:nvPr/>
          </p:nvGrpSpPr>
          <p:grpSpPr>
            <a:xfrm>
              <a:off x="434903" y="418808"/>
              <a:ext cx="482808" cy="432771"/>
              <a:chOff x="7977188" y="1874838"/>
              <a:chExt cx="1439863" cy="1290638"/>
            </a:xfrm>
          </p:grpSpPr>
          <p:sp>
            <p:nvSpPr>
              <p:cNvPr id="8" name="Oval 1298">
                <a:extLst>
                  <a:ext uri="{FF2B5EF4-FFF2-40B4-BE49-F238E27FC236}">
                    <a16:creationId xmlns:a16="http://schemas.microsoft.com/office/drawing/2014/main" id="{735E715F-F4E6-47AC-9DEC-CC7B04245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4826" y="2001838"/>
                <a:ext cx="119063" cy="120650"/>
              </a:xfrm>
              <a:prstGeom prst="ellipse">
                <a:avLst/>
              </a:pr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99">
                <a:extLst>
                  <a:ext uri="{FF2B5EF4-FFF2-40B4-BE49-F238E27FC236}">
                    <a16:creationId xmlns:a16="http://schemas.microsoft.com/office/drawing/2014/main" id="{B6ED6C27-CDF2-47C7-AF26-C3DF27C02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2388" y="1979613"/>
                <a:ext cx="331788" cy="330200"/>
              </a:xfrm>
              <a:custGeom>
                <a:avLst/>
                <a:gdLst>
                  <a:gd name="T0" fmla="*/ 44 w 88"/>
                  <a:gd name="T1" fmla="*/ 0 h 88"/>
                  <a:gd name="T2" fmla="*/ 88 w 88"/>
                  <a:gd name="T3" fmla="*/ 44 h 88"/>
                  <a:gd name="T4" fmla="*/ 44 w 88"/>
                  <a:gd name="T5" fmla="*/ 88 h 88"/>
                  <a:gd name="T6" fmla="*/ 0 w 88"/>
                  <a:gd name="T7" fmla="*/ 44 h 88"/>
                  <a:gd name="T8" fmla="*/ 44 w 88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19" y="0"/>
                      <a:pt x="44" y="0"/>
                    </a:cubicBezTo>
                    <a:close/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300">
                <a:extLst>
                  <a:ext uri="{FF2B5EF4-FFF2-40B4-BE49-F238E27FC236}">
                    <a16:creationId xmlns:a16="http://schemas.microsoft.com/office/drawing/2014/main" id="{5C148259-849A-419D-94D5-DED51BF7B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1176" y="1993901"/>
                <a:ext cx="1173163" cy="1171575"/>
              </a:xfrm>
              <a:custGeom>
                <a:avLst/>
                <a:gdLst>
                  <a:gd name="T0" fmla="*/ 308 w 312"/>
                  <a:gd name="T1" fmla="*/ 121 h 312"/>
                  <a:gd name="T2" fmla="*/ 312 w 312"/>
                  <a:gd name="T3" fmla="*/ 155 h 312"/>
                  <a:gd name="T4" fmla="*/ 156 w 312"/>
                  <a:gd name="T5" fmla="*/ 312 h 312"/>
                  <a:gd name="T6" fmla="*/ 0 w 312"/>
                  <a:gd name="T7" fmla="*/ 156 h 312"/>
                  <a:gd name="T8" fmla="*/ 155 w 312"/>
                  <a:gd name="T9" fmla="*/ 0 h 312"/>
                  <a:gd name="T10" fmla="*/ 223 w 312"/>
                  <a:gd name="T11" fmla="*/ 1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" h="312">
                    <a:moveTo>
                      <a:pt x="308" y="121"/>
                    </a:moveTo>
                    <a:cubicBezTo>
                      <a:pt x="310" y="132"/>
                      <a:pt x="312" y="144"/>
                      <a:pt x="312" y="155"/>
                    </a:cubicBezTo>
                    <a:cubicBezTo>
                      <a:pt x="312" y="242"/>
                      <a:pt x="242" y="312"/>
                      <a:pt x="156" y="312"/>
                    </a:cubicBezTo>
                    <a:cubicBezTo>
                      <a:pt x="70" y="312"/>
                      <a:pt x="0" y="242"/>
                      <a:pt x="0" y="156"/>
                    </a:cubicBezTo>
                    <a:cubicBezTo>
                      <a:pt x="0" y="70"/>
                      <a:pt x="69" y="0"/>
                      <a:pt x="155" y="0"/>
                    </a:cubicBezTo>
                    <a:cubicBezTo>
                      <a:pt x="180" y="0"/>
                      <a:pt x="203" y="5"/>
                      <a:pt x="223" y="15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301">
                <a:extLst>
                  <a:ext uri="{FF2B5EF4-FFF2-40B4-BE49-F238E27FC236}">
                    <a16:creationId xmlns:a16="http://schemas.microsoft.com/office/drawing/2014/main" id="{1D4CAC52-BAFD-4607-AA45-1E20A1E5E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7188" y="2224088"/>
                <a:ext cx="1439863" cy="746125"/>
              </a:xfrm>
              <a:custGeom>
                <a:avLst/>
                <a:gdLst>
                  <a:gd name="T0" fmla="*/ 353 w 383"/>
                  <a:gd name="T1" fmla="*/ 96 h 199"/>
                  <a:gd name="T2" fmla="*/ 377 w 383"/>
                  <a:gd name="T3" fmla="*/ 154 h 199"/>
                  <a:gd name="T4" fmla="*/ 171 w 383"/>
                  <a:gd name="T5" fmla="*/ 165 h 199"/>
                  <a:gd name="T6" fmla="*/ 13 w 383"/>
                  <a:gd name="T7" fmla="*/ 32 h 199"/>
                  <a:gd name="T8" fmla="*/ 73 w 383"/>
                  <a:gd name="T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3" h="199">
                    <a:moveTo>
                      <a:pt x="353" y="96"/>
                    </a:moveTo>
                    <a:cubicBezTo>
                      <a:pt x="373" y="117"/>
                      <a:pt x="383" y="137"/>
                      <a:pt x="377" y="154"/>
                    </a:cubicBezTo>
                    <a:cubicBezTo>
                      <a:pt x="364" y="194"/>
                      <a:pt x="271" y="199"/>
                      <a:pt x="171" y="165"/>
                    </a:cubicBezTo>
                    <a:cubicBezTo>
                      <a:pt x="70" y="131"/>
                      <a:pt x="0" y="72"/>
                      <a:pt x="13" y="32"/>
                    </a:cubicBezTo>
                    <a:cubicBezTo>
                      <a:pt x="19" y="14"/>
                      <a:pt x="41" y="3"/>
                      <a:pt x="73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302">
                <a:extLst>
                  <a:ext uri="{FF2B5EF4-FFF2-40B4-BE49-F238E27FC236}">
                    <a16:creationId xmlns:a16="http://schemas.microsoft.com/office/drawing/2014/main" id="{5C8566C4-AF95-4C15-8AE4-2F424DF4E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7413" y="2625726"/>
                <a:ext cx="52388" cy="22225"/>
              </a:xfrm>
              <a:custGeom>
                <a:avLst/>
                <a:gdLst>
                  <a:gd name="T0" fmla="*/ 14 w 14"/>
                  <a:gd name="T1" fmla="*/ 6 h 6"/>
                  <a:gd name="T2" fmla="*/ 0 w 14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6">
                    <a:moveTo>
                      <a:pt x="14" y="6"/>
                    </a:moveTo>
                    <a:cubicBezTo>
                      <a:pt x="9" y="4"/>
                      <a:pt x="5" y="2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303">
                <a:extLst>
                  <a:ext uri="{FF2B5EF4-FFF2-40B4-BE49-F238E27FC236}">
                    <a16:creationId xmlns:a16="http://schemas.microsoft.com/office/drawing/2014/main" id="{40E35437-3DA5-47F2-ADB5-AB84D5F11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0451" y="2692401"/>
                <a:ext cx="481013" cy="87313"/>
              </a:xfrm>
              <a:custGeom>
                <a:avLst/>
                <a:gdLst>
                  <a:gd name="T0" fmla="*/ 128 w 128"/>
                  <a:gd name="T1" fmla="*/ 22 h 23"/>
                  <a:gd name="T2" fmla="*/ 0 w 128"/>
                  <a:gd name="T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8" h="23">
                    <a:moveTo>
                      <a:pt x="128" y="22"/>
                    </a:moveTo>
                    <a:cubicBezTo>
                      <a:pt x="92" y="23"/>
                      <a:pt x="47" y="16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304">
                <a:extLst>
                  <a:ext uri="{FF2B5EF4-FFF2-40B4-BE49-F238E27FC236}">
                    <a16:creationId xmlns:a16="http://schemas.microsoft.com/office/drawing/2014/main" id="{B18B63D0-EF1C-424F-ADB5-B86ECC249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9076" y="1874838"/>
                <a:ext cx="269875" cy="536575"/>
              </a:xfrm>
              <a:custGeom>
                <a:avLst/>
                <a:gdLst>
                  <a:gd name="T0" fmla="*/ 0 w 72"/>
                  <a:gd name="T1" fmla="*/ 0 h 143"/>
                  <a:gd name="T2" fmla="*/ 72 w 72"/>
                  <a:gd name="T3" fmla="*/ 72 h 143"/>
                  <a:gd name="T4" fmla="*/ 41 w 72"/>
                  <a:gd name="T5" fmla="*/ 131 h 143"/>
                  <a:gd name="T6" fmla="*/ 7 w 72"/>
                  <a:gd name="T7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143">
                    <a:moveTo>
                      <a:pt x="0" y="0"/>
                    </a:moveTo>
                    <a:cubicBezTo>
                      <a:pt x="39" y="0"/>
                      <a:pt x="72" y="32"/>
                      <a:pt x="72" y="72"/>
                    </a:cubicBezTo>
                    <a:cubicBezTo>
                      <a:pt x="72" y="96"/>
                      <a:pt x="60" y="118"/>
                      <a:pt x="41" y="131"/>
                    </a:cubicBezTo>
                    <a:cubicBezTo>
                      <a:pt x="31" y="138"/>
                      <a:pt x="20" y="142"/>
                      <a:pt x="7" y="143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305">
                <a:extLst>
                  <a:ext uri="{FF2B5EF4-FFF2-40B4-BE49-F238E27FC236}">
                    <a16:creationId xmlns:a16="http://schemas.microsoft.com/office/drawing/2014/main" id="{BBF63291-CCAC-4D7E-AE72-D9EA312E8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6363" y="2389188"/>
                <a:ext cx="41275" cy="14288"/>
              </a:xfrm>
              <a:custGeom>
                <a:avLst/>
                <a:gdLst>
                  <a:gd name="T0" fmla="*/ 11 w 11"/>
                  <a:gd name="T1" fmla="*/ 4 h 4"/>
                  <a:gd name="T2" fmla="*/ 0 w 1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11" y="4"/>
                    </a:moveTo>
                    <a:cubicBezTo>
                      <a:pt x="7" y="3"/>
                      <a:pt x="3" y="2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3B60880-0F45-4EA9-BC8C-C3D4713C4AD1}"/>
                </a:ext>
              </a:extLst>
            </p:cNvPr>
            <p:cNvSpPr txBox="1"/>
            <p:nvPr/>
          </p:nvSpPr>
          <p:spPr>
            <a:xfrm>
              <a:off x="935810" y="329254"/>
              <a:ext cx="5346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SG" sz="3200" b="1" dirty="0" err="1">
                  <a:solidFill>
                    <a:srgbClr val="5F2C0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3200" b="1" dirty="0" err="1">
                  <a:solidFill>
                    <a:srgbClr val="5F2C0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alabalaBalabala</a:t>
              </a:r>
              <a:endParaRPr lang="zh-SG" altLang="en-US" sz="3200" b="1" dirty="0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337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C26E95-8639-4306-BC72-D24E97526BA9}"/>
              </a:ext>
            </a:extLst>
          </p:cNvPr>
          <p:cNvSpPr txBox="1"/>
          <p:nvPr/>
        </p:nvSpPr>
        <p:spPr>
          <a:xfrm>
            <a:off x="6182088" y="1690688"/>
            <a:ext cx="60099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b="1" u="sng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F0E270-D0CB-4B24-9245-FAE92912A5D2}"/>
              </a:ext>
            </a:extLst>
          </p:cNvPr>
          <p:cNvSpPr txBox="1"/>
          <p:nvPr/>
        </p:nvSpPr>
        <p:spPr>
          <a:xfrm>
            <a:off x="3022406" y="3983528"/>
            <a:ext cx="88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Here you can put something to give a brief introduction. </a:t>
            </a:r>
            <a:endParaRPr lang="zh-SG" altLang="en-US" sz="2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01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A6B1C7-E65E-441A-B387-C62F8BCE26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0" t="40306" r="23627" b="40661"/>
          <a:stretch/>
        </p:blipFill>
        <p:spPr>
          <a:xfrm>
            <a:off x="9367365" y="272202"/>
            <a:ext cx="2484934" cy="64182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E0AE481-0EAC-43F4-B1F1-082D28EF7976}"/>
              </a:ext>
            </a:extLst>
          </p:cNvPr>
          <p:cNvGrpSpPr/>
          <p:nvPr/>
        </p:nvGrpSpPr>
        <p:grpSpPr>
          <a:xfrm>
            <a:off x="434903" y="329254"/>
            <a:ext cx="5847704" cy="584775"/>
            <a:chOff x="434903" y="329254"/>
            <a:chExt cx="5847704" cy="58477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9ECDB99-80EA-4994-A3B3-92832E04421A}"/>
                </a:ext>
              </a:extLst>
            </p:cNvPr>
            <p:cNvGrpSpPr/>
            <p:nvPr/>
          </p:nvGrpSpPr>
          <p:grpSpPr>
            <a:xfrm>
              <a:off x="434903" y="418808"/>
              <a:ext cx="482808" cy="432771"/>
              <a:chOff x="7977188" y="1874838"/>
              <a:chExt cx="1439863" cy="1290638"/>
            </a:xfrm>
          </p:grpSpPr>
          <p:sp>
            <p:nvSpPr>
              <p:cNvPr id="8" name="Oval 1298">
                <a:extLst>
                  <a:ext uri="{FF2B5EF4-FFF2-40B4-BE49-F238E27FC236}">
                    <a16:creationId xmlns:a16="http://schemas.microsoft.com/office/drawing/2014/main" id="{735E715F-F4E6-47AC-9DEC-CC7B04245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4826" y="2001838"/>
                <a:ext cx="119063" cy="120650"/>
              </a:xfrm>
              <a:prstGeom prst="ellipse">
                <a:avLst/>
              </a:pr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99">
                <a:extLst>
                  <a:ext uri="{FF2B5EF4-FFF2-40B4-BE49-F238E27FC236}">
                    <a16:creationId xmlns:a16="http://schemas.microsoft.com/office/drawing/2014/main" id="{B6ED6C27-CDF2-47C7-AF26-C3DF27C02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2388" y="1979613"/>
                <a:ext cx="331788" cy="330200"/>
              </a:xfrm>
              <a:custGeom>
                <a:avLst/>
                <a:gdLst>
                  <a:gd name="T0" fmla="*/ 44 w 88"/>
                  <a:gd name="T1" fmla="*/ 0 h 88"/>
                  <a:gd name="T2" fmla="*/ 88 w 88"/>
                  <a:gd name="T3" fmla="*/ 44 h 88"/>
                  <a:gd name="T4" fmla="*/ 44 w 88"/>
                  <a:gd name="T5" fmla="*/ 88 h 88"/>
                  <a:gd name="T6" fmla="*/ 0 w 88"/>
                  <a:gd name="T7" fmla="*/ 44 h 88"/>
                  <a:gd name="T8" fmla="*/ 44 w 88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19" y="0"/>
                      <a:pt x="44" y="0"/>
                    </a:cubicBezTo>
                    <a:close/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300">
                <a:extLst>
                  <a:ext uri="{FF2B5EF4-FFF2-40B4-BE49-F238E27FC236}">
                    <a16:creationId xmlns:a16="http://schemas.microsoft.com/office/drawing/2014/main" id="{5C148259-849A-419D-94D5-DED51BF7B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1176" y="1993901"/>
                <a:ext cx="1173163" cy="1171575"/>
              </a:xfrm>
              <a:custGeom>
                <a:avLst/>
                <a:gdLst>
                  <a:gd name="T0" fmla="*/ 308 w 312"/>
                  <a:gd name="T1" fmla="*/ 121 h 312"/>
                  <a:gd name="T2" fmla="*/ 312 w 312"/>
                  <a:gd name="T3" fmla="*/ 155 h 312"/>
                  <a:gd name="T4" fmla="*/ 156 w 312"/>
                  <a:gd name="T5" fmla="*/ 312 h 312"/>
                  <a:gd name="T6" fmla="*/ 0 w 312"/>
                  <a:gd name="T7" fmla="*/ 156 h 312"/>
                  <a:gd name="T8" fmla="*/ 155 w 312"/>
                  <a:gd name="T9" fmla="*/ 0 h 312"/>
                  <a:gd name="T10" fmla="*/ 223 w 312"/>
                  <a:gd name="T11" fmla="*/ 1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" h="312">
                    <a:moveTo>
                      <a:pt x="308" y="121"/>
                    </a:moveTo>
                    <a:cubicBezTo>
                      <a:pt x="310" y="132"/>
                      <a:pt x="312" y="144"/>
                      <a:pt x="312" y="155"/>
                    </a:cubicBezTo>
                    <a:cubicBezTo>
                      <a:pt x="312" y="242"/>
                      <a:pt x="242" y="312"/>
                      <a:pt x="156" y="312"/>
                    </a:cubicBezTo>
                    <a:cubicBezTo>
                      <a:pt x="70" y="312"/>
                      <a:pt x="0" y="242"/>
                      <a:pt x="0" y="156"/>
                    </a:cubicBezTo>
                    <a:cubicBezTo>
                      <a:pt x="0" y="70"/>
                      <a:pt x="69" y="0"/>
                      <a:pt x="155" y="0"/>
                    </a:cubicBezTo>
                    <a:cubicBezTo>
                      <a:pt x="180" y="0"/>
                      <a:pt x="203" y="5"/>
                      <a:pt x="223" y="15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301">
                <a:extLst>
                  <a:ext uri="{FF2B5EF4-FFF2-40B4-BE49-F238E27FC236}">
                    <a16:creationId xmlns:a16="http://schemas.microsoft.com/office/drawing/2014/main" id="{1D4CAC52-BAFD-4607-AA45-1E20A1E5E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7188" y="2224088"/>
                <a:ext cx="1439863" cy="746125"/>
              </a:xfrm>
              <a:custGeom>
                <a:avLst/>
                <a:gdLst>
                  <a:gd name="T0" fmla="*/ 353 w 383"/>
                  <a:gd name="T1" fmla="*/ 96 h 199"/>
                  <a:gd name="T2" fmla="*/ 377 w 383"/>
                  <a:gd name="T3" fmla="*/ 154 h 199"/>
                  <a:gd name="T4" fmla="*/ 171 w 383"/>
                  <a:gd name="T5" fmla="*/ 165 h 199"/>
                  <a:gd name="T6" fmla="*/ 13 w 383"/>
                  <a:gd name="T7" fmla="*/ 32 h 199"/>
                  <a:gd name="T8" fmla="*/ 73 w 383"/>
                  <a:gd name="T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3" h="199">
                    <a:moveTo>
                      <a:pt x="353" y="96"/>
                    </a:moveTo>
                    <a:cubicBezTo>
                      <a:pt x="373" y="117"/>
                      <a:pt x="383" y="137"/>
                      <a:pt x="377" y="154"/>
                    </a:cubicBezTo>
                    <a:cubicBezTo>
                      <a:pt x="364" y="194"/>
                      <a:pt x="271" y="199"/>
                      <a:pt x="171" y="165"/>
                    </a:cubicBezTo>
                    <a:cubicBezTo>
                      <a:pt x="70" y="131"/>
                      <a:pt x="0" y="72"/>
                      <a:pt x="13" y="32"/>
                    </a:cubicBezTo>
                    <a:cubicBezTo>
                      <a:pt x="19" y="14"/>
                      <a:pt x="41" y="3"/>
                      <a:pt x="73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302">
                <a:extLst>
                  <a:ext uri="{FF2B5EF4-FFF2-40B4-BE49-F238E27FC236}">
                    <a16:creationId xmlns:a16="http://schemas.microsoft.com/office/drawing/2014/main" id="{5C8566C4-AF95-4C15-8AE4-2F424DF4E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7413" y="2625726"/>
                <a:ext cx="52388" cy="22225"/>
              </a:xfrm>
              <a:custGeom>
                <a:avLst/>
                <a:gdLst>
                  <a:gd name="T0" fmla="*/ 14 w 14"/>
                  <a:gd name="T1" fmla="*/ 6 h 6"/>
                  <a:gd name="T2" fmla="*/ 0 w 14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6">
                    <a:moveTo>
                      <a:pt x="14" y="6"/>
                    </a:moveTo>
                    <a:cubicBezTo>
                      <a:pt x="9" y="4"/>
                      <a:pt x="5" y="2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303">
                <a:extLst>
                  <a:ext uri="{FF2B5EF4-FFF2-40B4-BE49-F238E27FC236}">
                    <a16:creationId xmlns:a16="http://schemas.microsoft.com/office/drawing/2014/main" id="{40E35437-3DA5-47F2-ADB5-AB84D5F11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0451" y="2692401"/>
                <a:ext cx="481013" cy="87313"/>
              </a:xfrm>
              <a:custGeom>
                <a:avLst/>
                <a:gdLst>
                  <a:gd name="T0" fmla="*/ 128 w 128"/>
                  <a:gd name="T1" fmla="*/ 22 h 23"/>
                  <a:gd name="T2" fmla="*/ 0 w 128"/>
                  <a:gd name="T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8" h="23">
                    <a:moveTo>
                      <a:pt x="128" y="22"/>
                    </a:moveTo>
                    <a:cubicBezTo>
                      <a:pt x="92" y="23"/>
                      <a:pt x="47" y="16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304">
                <a:extLst>
                  <a:ext uri="{FF2B5EF4-FFF2-40B4-BE49-F238E27FC236}">
                    <a16:creationId xmlns:a16="http://schemas.microsoft.com/office/drawing/2014/main" id="{B18B63D0-EF1C-424F-ADB5-B86ECC249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9076" y="1874838"/>
                <a:ext cx="269875" cy="536575"/>
              </a:xfrm>
              <a:custGeom>
                <a:avLst/>
                <a:gdLst>
                  <a:gd name="T0" fmla="*/ 0 w 72"/>
                  <a:gd name="T1" fmla="*/ 0 h 143"/>
                  <a:gd name="T2" fmla="*/ 72 w 72"/>
                  <a:gd name="T3" fmla="*/ 72 h 143"/>
                  <a:gd name="T4" fmla="*/ 41 w 72"/>
                  <a:gd name="T5" fmla="*/ 131 h 143"/>
                  <a:gd name="T6" fmla="*/ 7 w 72"/>
                  <a:gd name="T7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143">
                    <a:moveTo>
                      <a:pt x="0" y="0"/>
                    </a:moveTo>
                    <a:cubicBezTo>
                      <a:pt x="39" y="0"/>
                      <a:pt x="72" y="32"/>
                      <a:pt x="72" y="72"/>
                    </a:cubicBezTo>
                    <a:cubicBezTo>
                      <a:pt x="72" y="96"/>
                      <a:pt x="60" y="118"/>
                      <a:pt x="41" y="131"/>
                    </a:cubicBezTo>
                    <a:cubicBezTo>
                      <a:pt x="31" y="138"/>
                      <a:pt x="20" y="142"/>
                      <a:pt x="7" y="143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305">
                <a:extLst>
                  <a:ext uri="{FF2B5EF4-FFF2-40B4-BE49-F238E27FC236}">
                    <a16:creationId xmlns:a16="http://schemas.microsoft.com/office/drawing/2014/main" id="{BBF63291-CCAC-4D7E-AE72-D9EA312E8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6363" y="2389188"/>
                <a:ext cx="41275" cy="14288"/>
              </a:xfrm>
              <a:custGeom>
                <a:avLst/>
                <a:gdLst>
                  <a:gd name="T0" fmla="*/ 11 w 11"/>
                  <a:gd name="T1" fmla="*/ 4 h 4"/>
                  <a:gd name="T2" fmla="*/ 0 w 1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11" y="4"/>
                    </a:moveTo>
                    <a:cubicBezTo>
                      <a:pt x="7" y="3"/>
                      <a:pt x="3" y="2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3B60880-0F45-4EA9-BC8C-C3D4713C4AD1}"/>
                </a:ext>
              </a:extLst>
            </p:cNvPr>
            <p:cNvSpPr txBox="1"/>
            <p:nvPr/>
          </p:nvSpPr>
          <p:spPr>
            <a:xfrm>
              <a:off x="935810" y="329254"/>
              <a:ext cx="5346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SG" sz="3200" b="1" dirty="0" err="1">
                  <a:solidFill>
                    <a:srgbClr val="5F2C0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3200" b="1" dirty="0" err="1">
                  <a:solidFill>
                    <a:srgbClr val="5F2C0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alabalaBalabala</a:t>
              </a:r>
              <a:endParaRPr lang="zh-SG" altLang="en-US" sz="3200" b="1" dirty="0">
                <a:solidFill>
                  <a:srgbClr val="5F2C0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37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2B8D7A-C9F5-442F-9EB2-BCA2EA12716B}"/>
              </a:ext>
            </a:extLst>
          </p:cNvPr>
          <p:cNvSpPr txBox="1"/>
          <p:nvPr/>
        </p:nvSpPr>
        <p:spPr>
          <a:xfrm>
            <a:off x="2003304" y="4090369"/>
            <a:ext cx="9109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SG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Thank you for your listening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！</a:t>
            </a:r>
            <a:endParaRPr lang="zh-SG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9B4F97-02CC-470F-A8D9-9E18F62428B3}"/>
              </a:ext>
            </a:extLst>
          </p:cNvPr>
          <p:cNvSpPr txBox="1"/>
          <p:nvPr/>
        </p:nvSpPr>
        <p:spPr>
          <a:xfrm>
            <a:off x="2787407" y="4878868"/>
            <a:ext cx="6617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模板分享：</a:t>
            </a:r>
            <a:r>
              <a:rPr lang="en-US" altLang="zh-CN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1522</a:t>
            </a:r>
            <a:r>
              <a:rPr lang="zh-CN" altLang="en-US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姚瑶</a:t>
            </a:r>
            <a:endParaRPr lang="en-US" altLang="zh-CN" sz="11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感谢图片分享者：</a:t>
            </a:r>
            <a:r>
              <a:rPr lang="en-US" altLang="zh-CN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15</a:t>
            </a:r>
            <a:r>
              <a:rPr lang="zh-CN" altLang="en-US" sz="11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级摄影师董行</a:t>
            </a:r>
            <a:endParaRPr lang="zh-SG" altLang="en-US" sz="11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47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宽屏</PresentationFormat>
  <Paragraphs>25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华文中宋</vt:lpstr>
      <vt:lpstr>Arial</vt:lpstr>
      <vt:lpstr>Arial Black</vt:lpstr>
      <vt:lpstr>Bahnschrift SemiBold Condensed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 YAO</dc:creator>
  <cp:lastModifiedBy>YAO YAO</cp:lastModifiedBy>
  <cp:revision>19</cp:revision>
  <dcterms:created xsi:type="dcterms:W3CDTF">2019-05-30T11:42:52Z</dcterms:created>
  <dcterms:modified xsi:type="dcterms:W3CDTF">2019-06-03T16:16:15Z</dcterms:modified>
</cp:coreProperties>
</file>