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90"/>
  </p:normalViewPr>
  <p:slideViewPr>
    <p:cSldViewPr snapToGrid="0">
      <p:cViewPr varScale="1">
        <p:scale>
          <a:sx n="93" d="100"/>
          <a:sy n="93" d="100"/>
        </p:scale>
        <p:origin x="216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084291-191F-D2E2-8E9D-361FDBF74A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19F0B88-DBDA-4E93-F2DA-C703A21ECB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7ECCA0-136F-7122-D5EE-C00B50129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ADD97-DC07-8844-A845-8511A4FB5E18}" type="datetimeFigureOut">
              <a:rPr kumimoji="1" lang="zh-CN" altLang="en-US" smtClean="0"/>
              <a:t>2024/10/26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CF0531-52E1-3188-530B-30EB1599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2AD100-8996-C6E6-28B4-1E9CB52AF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15294-8A26-AC4F-9B4D-843FAE1F544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90373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2D3C08-A20A-DA69-FA1D-16067061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F67688-C6C1-3490-512E-7DAD07C86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70929A-8666-D546-C1BD-7E80E7310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ADD97-DC07-8844-A845-8511A4FB5E18}" type="datetimeFigureOut">
              <a:rPr kumimoji="1" lang="zh-CN" altLang="en-US" smtClean="0"/>
              <a:t>2024/10/26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148932-299E-4640-7634-F8A3EB5F2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F299D5-987C-6902-B05C-CD684F4E0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15294-8A26-AC4F-9B4D-843FAE1F544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6400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4A34AC-C484-4C13-B622-5FE85B64C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0F7C94-4E13-2EFB-8B22-E85AEF4EE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F28FC2-7C4F-3CD9-43A3-CFC261619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ADD97-DC07-8844-A845-8511A4FB5E18}" type="datetimeFigureOut">
              <a:rPr kumimoji="1" lang="zh-CN" altLang="en-US" smtClean="0"/>
              <a:t>2024/10/26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DF9F8A-75CE-5EC5-01B7-4CEC0A552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AEE9AA-9F1F-02AA-D575-27C10CE07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15294-8A26-AC4F-9B4D-843FAE1F544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05675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54CF8D-D0C8-0FA5-D4A9-E86CE672E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C9A8B3-96DD-26EB-7F0D-5DC78AFF61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D9E92D-0BEE-7597-6FB8-3D38D07F05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DC7CF0-92AD-BEEE-5787-0B6E06653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ADD97-DC07-8844-A845-8511A4FB5E18}" type="datetimeFigureOut">
              <a:rPr kumimoji="1" lang="zh-CN" altLang="en-US" smtClean="0"/>
              <a:t>2024/10/26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80A8EE-B81F-A2B7-E4C4-504DC6E17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2FF753-0A4B-3531-306B-B9BB99490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15294-8A26-AC4F-9B4D-843FAE1F544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4734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FEC55B-E97A-374F-F312-FDA3751E6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43352A-313C-D29A-BE41-1B7CF8CB3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913F45-25D1-1F61-6597-665DDE9668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3618C2F-2FE5-9FA7-302B-65772C18DE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8827EC6-AD37-8C30-DE04-9FB060A422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6BFDB9C-1BEE-D336-178F-8B09A018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ADD97-DC07-8844-A845-8511A4FB5E18}" type="datetimeFigureOut">
              <a:rPr kumimoji="1" lang="zh-CN" altLang="en-US" smtClean="0"/>
              <a:t>2024/10/26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F9C8AFF-7BE5-0700-441F-20D43C7C4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1AB6036-D512-288C-FDD6-D810DCDD9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15294-8A26-AC4F-9B4D-843FAE1F544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113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AA6AA0-1496-D236-D111-F5EB99E9F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B5F1446-AE4F-B203-AA84-B5A6C6111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ADD97-DC07-8844-A845-8511A4FB5E18}" type="datetimeFigureOut">
              <a:rPr kumimoji="1" lang="zh-CN" altLang="en-US" smtClean="0"/>
              <a:t>2024/10/26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999CA69-2ED0-0CBD-79E2-52CF1D667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446C5A6-E007-152A-D16C-43DAED384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15294-8A26-AC4F-9B4D-843FAE1F544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59447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374F45C-A6D6-1C94-EB35-03AA95EAE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ADD97-DC07-8844-A845-8511A4FB5E18}" type="datetimeFigureOut">
              <a:rPr kumimoji="1" lang="zh-CN" altLang="en-US" smtClean="0"/>
              <a:t>2024/10/26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39B6C3D-1E73-B1A7-0BB4-8E9BFCA46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A57123-6A42-BA22-471D-BF067E99D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15294-8A26-AC4F-9B4D-843FAE1F544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06846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86AF17-C27E-A77A-19BA-936BE4826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7325A5-367F-99F8-FD8D-810B69077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60C7E9-DF06-33AA-CE07-1C0612E4DB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886858F-CF7C-0D6E-B7B0-FE8075FC6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ADD97-DC07-8844-A845-8511A4FB5E18}" type="datetimeFigureOut">
              <a:rPr kumimoji="1" lang="zh-CN" altLang="en-US" smtClean="0"/>
              <a:t>2024/10/26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1F8458-8C82-34BE-A2A5-8CAB4F6A0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F3A061C-11F7-E965-F345-241C897C6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15294-8A26-AC4F-9B4D-843FAE1F544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08902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265D92-1626-93D0-BE92-AB84311FF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591EBF3-34C2-5043-90C4-F873438193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7FBD45-4D43-8328-5621-7A855F7644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A84704-FA17-1AE1-1751-1E22E444E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ADD97-DC07-8844-A845-8511A4FB5E18}" type="datetimeFigureOut">
              <a:rPr kumimoji="1" lang="zh-CN" altLang="en-US" smtClean="0"/>
              <a:t>2024/10/26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8FF6C0-0395-A459-7961-F11D306B1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7DFC64-B72B-4896-F701-C3DED0A72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15294-8A26-AC4F-9B4D-843FAE1F544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84639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349309-9D45-2513-F639-CF6866FD0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8134E30-46F0-31E4-D789-3B9673D4BD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E13678-C21F-1B0F-B55C-D4D232480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ADD97-DC07-8844-A845-8511A4FB5E18}" type="datetimeFigureOut">
              <a:rPr kumimoji="1" lang="zh-CN" altLang="en-US" smtClean="0"/>
              <a:t>2024/10/26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D54F71-0FEE-17EE-0357-DAD4E442E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6A18A3-E00D-F5F2-29D8-2CBF602A6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15294-8A26-AC4F-9B4D-843FAE1F544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23930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15EFEE2-645A-B142-B2DD-0B64BC8D0F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900A20F-13F0-4B2F-4FBD-7197BF68B8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C6D9B4-3495-EF70-00D2-8F580B232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ADD97-DC07-8844-A845-8511A4FB5E18}" type="datetimeFigureOut">
              <a:rPr kumimoji="1" lang="zh-CN" altLang="en-US" smtClean="0"/>
              <a:t>2024/10/26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32F151-F71A-25C9-4DC9-3AD9BCDFF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32852A-DB34-8226-10B9-4CB9C7864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15294-8A26-AC4F-9B4D-843FAE1F544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010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B9B2ABF-F396-C5CB-279F-2B192BC3C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708C46-07EA-CC5F-AD5D-FFDB19840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291AB6-7A97-FBD6-9F3B-9DAA0B04D7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CADD97-DC07-8844-A845-8511A4FB5E18}" type="datetimeFigureOut">
              <a:rPr kumimoji="1" lang="zh-CN" altLang="en-US" smtClean="0"/>
              <a:t>2024/10/26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87E0EB-1E71-532A-68F5-2A6716A4B7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79898F-2B18-ABDD-F1EE-01433C8C25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15294-8A26-AC4F-9B4D-843FAE1F544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0424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72A7DC1-A212-16ED-1D1D-C5C2775C3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762" y="3831220"/>
            <a:ext cx="7280475" cy="302677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A1F72BF-562C-61BC-D7CA-C499D99C7B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52733"/>
            <a:ext cx="9144000" cy="1231922"/>
          </a:xfrm>
        </p:spPr>
        <p:txBody>
          <a:bodyPr/>
          <a:lstStyle/>
          <a:p>
            <a:r>
              <a:rPr kumimoji="1" lang="en-US" altLang="zh-CN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Operator</a:t>
            </a:r>
            <a:r>
              <a:rPr kumimoji="1"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Learning</a:t>
            </a:r>
            <a:endParaRPr kumimoji="1"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7F56822-6ECA-438B-187F-DC31FC3512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2593376"/>
            <a:ext cx="9144000" cy="866807"/>
          </a:xfrm>
        </p:spPr>
        <p:txBody>
          <a:bodyPr>
            <a:normAutofit lnSpcReduction="10000"/>
          </a:bodyPr>
          <a:lstStyle/>
          <a:p>
            <a:r>
              <a:rPr kumimoji="1" lang="en-US" altLang="zh-CN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12432020</a:t>
            </a:r>
            <a:r>
              <a:rPr kumimoji="1" lang="zh-CN" altLang="en-US" dirty="0"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Jia</a:t>
            </a:r>
            <a:r>
              <a:rPr kumimoji="1" lang="zh-CN" altLang="en-US" dirty="0"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Zijun</a:t>
            </a:r>
            <a:endParaRPr kumimoji="1" lang="en-US" altLang="zh-CN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CN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Department</a:t>
            </a:r>
            <a:r>
              <a:rPr kumimoji="1" lang="zh-CN" altLang="en-US" dirty="0"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of</a:t>
            </a:r>
            <a:r>
              <a:rPr kumimoji="1" lang="zh-CN" altLang="en-US" dirty="0"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Mathematics</a:t>
            </a:r>
            <a:endParaRPr kumimoji="1" lang="zh-CN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3MT – Graduate Education | Missouri S&amp;T">
            <a:extLst>
              <a:ext uri="{FF2B5EF4-FFF2-40B4-BE49-F238E27FC236}">
                <a16:creationId xmlns:a16="http://schemas.microsoft.com/office/drawing/2014/main" id="{982F69BD-582B-EE41-8DCD-E3D330FEA9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3383" y="108252"/>
            <a:ext cx="3519992" cy="1108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aculty Positions in Medical Neuroscience at SUSTech Medical School - China  University Jobs">
            <a:extLst>
              <a:ext uri="{FF2B5EF4-FFF2-40B4-BE49-F238E27FC236}">
                <a16:creationId xmlns:a16="http://schemas.microsoft.com/office/drawing/2014/main" id="{F8124985-3890-BC55-016D-D09EDD9D8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4548851" cy="1483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8620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8</Words>
  <Application>Microsoft Macintosh PowerPoint</Application>
  <PresentationFormat>宽屏</PresentationFormat>
  <Paragraphs>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Cambria Math</vt:lpstr>
      <vt:lpstr>Times New Roman</vt:lpstr>
      <vt:lpstr>Office 主题​​</vt:lpstr>
      <vt:lpstr>Operator Learning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Operator Learning</dc:title>
  <dc:creator>子骏 贾</dc:creator>
  <cp:lastModifiedBy>子骏 贾</cp:lastModifiedBy>
  <cp:revision>1</cp:revision>
  <dcterms:created xsi:type="dcterms:W3CDTF">2024-10-26T15:21:46Z</dcterms:created>
  <dcterms:modified xsi:type="dcterms:W3CDTF">2024-10-26T16:54:49Z</dcterms:modified>
</cp:coreProperties>
</file>